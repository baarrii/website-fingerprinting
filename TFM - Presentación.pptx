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2" r:id="rId4"/>
    <p:sldId id="258" r:id="rId5"/>
    <p:sldId id="263" r:id="rId6"/>
    <p:sldId id="264" r:id="rId7"/>
    <p:sldId id="280" r:id="rId8"/>
    <p:sldId id="265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5" r:id="rId17"/>
    <p:sldId id="276" r:id="rId18"/>
    <p:sldId id="273" r:id="rId19"/>
    <p:sldId id="274" r:id="rId20"/>
    <p:sldId id="277" r:id="rId21"/>
    <p:sldId id="278" r:id="rId22"/>
    <p:sldId id="281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8" r:id="rId39"/>
    <p:sldId id="299" r:id="rId40"/>
    <p:sldId id="300" r:id="rId41"/>
    <p:sldId id="301" r:id="rId42"/>
    <p:sldId id="302" r:id="rId4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99ACA6-2B5E-4816-B6C0-17F9E91243D5}" v="8" dt="2025-06-17T13:29:46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Barriuso Cervera" userId="97526dbd-8541-4fd2-bef1-73a367075f78" providerId="ADAL" clId="{D199ACA6-2B5E-4816-B6C0-17F9E91243D5}"/>
    <pc:docChg chg="undo custSel addSld delSld modSld sldOrd">
      <pc:chgData name="Pablo Barriuso Cervera" userId="97526dbd-8541-4fd2-bef1-73a367075f78" providerId="ADAL" clId="{D199ACA6-2B5E-4816-B6C0-17F9E91243D5}" dt="2025-06-18T16:53:51.040" v="581" actId="20577"/>
      <pc:docMkLst>
        <pc:docMk/>
      </pc:docMkLst>
      <pc:sldChg chg="modSp mod">
        <pc:chgData name="Pablo Barriuso Cervera" userId="97526dbd-8541-4fd2-bef1-73a367075f78" providerId="ADAL" clId="{D199ACA6-2B5E-4816-B6C0-17F9E91243D5}" dt="2025-06-17T10:57:06.775" v="463" actId="20577"/>
        <pc:sldMkLst>
          <pc:docMk/>
          <pc:sldMk cId="386840866" sldId="257"/>
        </pc:sldMkLst>
        <pc:spChg chg="mod">
          <ac:chgData name="Pablo Barriuso Cervera" userId="97526dbd-8541-4fd2-bef1-73a367075f78" providerId="ADAL" clId="{D199ACA6-2B5E-4816-B6C0-17F9E91243D5}" dt="2025-06-17T10:57:06.775" v="463" actId="20577"/>
          <ac:spMkLst>
            <pc:docMk/>
            <pc:sldMk cId="386840866" sldId="257"/>
            <ac:spMk id="8" creationId="{00000000-0000-0000-0000-000000000000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36.926" v="9" actId="20577"/>
        <pc:sldMkLst>
          <pc:docMk/>
          <pc:sldMk cId="2225067682" sldId="263"/>
        </pc:sldMkLst>
        <pc:spChg chg="mod">
          <ac:chgData name="Pablo Barriuso Cervera" userId="97526dbd-8541-4fd2-bef1-73a367075f78" providerId="ADAL" clId="{D199ACA6-2B5E-4816-B6C0-17F9E91243D5}" dt="2025-06-16T17:16:36.926" v="9" actId="20577"/>
          <ac:spMkLst>
            <pc:docMk/>
            <pc:sldMk cId="2225067682" sldId="263"/>
            <ac:spMk id="11" creationId="{83250F97-A9A8-3413-B441-42EB92E7776B}"/>
          </ac:spMkLst>
        </pc:spChg>
      </pc:sldChg>
      <pc:sldChg chg="modSp mod">
        <pc:chgData name="Pablo Barriuso Cervera" userId="97526dbd-8541-4fd2-bef1-73a367075f78" providerId="ADAL" clId="{D199ACA6-2B5E-4816-B6C0-17F9E91243D5}" dt="2025-06-18T16:53:51.040" v="581" actId="20577"/>
        <pc:sldMkLst>
          <pc:docMk/>
          <pc:sldMk cId="3370193702" sldId="264"/>
        </pc:sldMkLst>
        <pc:spChg chg="mod">
          <ac:chgData name="Pablo Barriuso Cervera" userId="97526dbd-8541-4fd2-bef1-73a367075f78" providerId="ADAL" clId="{D199ACA6-2B5E-4816-B6C0-17F9E91243D5}" dt="2025-06-18T16:53:51.040" v="581" actId="20577"/>
          <ac:spMkLst>
            <pc:docMk/>
            <pc:sldMk cId="3370193702" sldId="264"/>
            <ac:spMk id="11" creationId="{97CAC14B-7286-6F1F-A42D-17A06CA5421F}"/>
          </ac:spMkLst>
        </pc:spChg>
      </pc:sldChg>
      <pc:sldChg chg="modSp mod">
        <pc:chgData name="Pablo Barriuso Cervera" userId="97526dbd-8541-4fd2-bef1-73a367075f78" providerId="ADAL" clId="{D199ACA6-2B5E-4816-B6C0-17F9E91243D5}" dt="2025-06-17T10:56:00.839" v="448" actId="20577"/>
        <pc:sldMkLst>
          <pc:docMk/>
          <pc:sldMk cId="442073010" sldId="265"/>
        </pc:sldMkLst>
        <pc:spChg chg="mod">
          <ac:chgData name="Pablo Barriuso Cervera" userId="97526dbd-8541-4fd2-bef1-73a367075f78" providerId="ADAL" clId="{D199ACA6-2B5E-4816-B6C0-17F9E91243D5}" dt="2025-06-17T10:56:00.839" v="448" actId="20577"/>
          <ac:spMkLst>
            <pc:docMk/>
            <pc:sldMk cId="442073010" sldId="265"/>
            <ac:spMk id="11" creationId="{D19B23CF-BBD8-D677-CD03-DDCAF33D51FA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02.540" v="1" actId="20577"/>
        <pc:sldMkLst>
          <pc:docMk/>
          <pc:sldMk cId="595235110" sldId="266"/>
        </pc:sldMkLst>
        <pc:spChg chg="mod">
          <ac:chgData name="Pablo Barriuso Cervera" userId="97526dbd-8541-4fd2-bef1-73a367075f78" providerId="ADAL" clId="{D199ACA6-2B5E-4816-B6C0-17F9E91243D5}" dt="2025-06-16T17:16:02.540" v="1" actId="20577"/>
          <ac:spMkLst>
            <pc:docMk/>
            <pc:sldMk cId="595235110" sldId="266"/>
            <ac:spMk id="4" creationId="{B759E0D0-7683-4C11-203C-30949F1D1E86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04.462" v="2" actId="20577"/>
        <pc:sldMkLst>
          <pc:docMk/>
          <pc:sldMk cId="3375577868" sldId="267"/>
        </pc:sldMkLst>
        <pc:spChg chg="mod">
          <ac:chgData name="Pablo Barriuso Cervera" userId="97526dbd-8541-4fd2-bef1-73a367075f78" providerId="ADAL" clId="{D199ACA6-2B5E-4816-B6C0-17F9E91243D5}" dt="2025-06-16T17:16:04.462" v="2" actId="20577"/>
          <ac:spMkLst>
            <pc:docMk/>
            <pc:sldMk cId="3375577868" sldId="267"/>
            <ac:spMk id="4" creationId="{335BF564-7F81-0E0C-457B-9AB965D95F5E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06.024" v="3" actId="20577"/>
        <pc:sldMkLst>
          <pc:docMk/>
          <pc:sldMk cId="461016966" sldId="268"/>
        </pc:sldMkLst>
        <pc:spChg chg="mod">
          <ac:chgData name="Pablo Barriuso Cervera" userId="97526dbd-8541-4fd2-bef1-73a367075f78" providerId="ADAL" clId="{D199ACA6-2B5E-4816-B6C0-17F9E91243D5}" dt="2025-06-16T17:16:06.024" v="3" actId="20577"/>
          <ac:spMkLst>
            <pc:docMk/>
            <pc:sldMk cId="461016966" sldId="268"/>
            <ac:spMk id="4" creationId="{62C8FD94-67E1-AB6E-8DD2-94B7C69ED435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09.774" v="5" actId="20577"/>
        <pc:sldMkLst>
          <pc:docMk/>
          <pc:sldMk cId="2209940739" sldId="269"/>
        </pc:sldMkLst>
        <pc:spChg chg="mod">
          <ac:chgData name="Pablo Barriuso Cervera" userId="97526dbd-8541-4fd2-bef1-73a367075f78" providerId="ADAL" clId="{D199ACA6-2B5E-4816-B6C0-17F9E91243D5}" dt="2025-06-16T17:16:09.774" v="5" actId="20577"/>
          <ac:spMkLst>
            <pc:docMk/>
            <pc:sldMk cId="2209940739" sldId="269"/>
            <ac:spMk id="4" creationId="{500C317D-207F-D38D-AF01-11CEE0D6C32A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07.821" v="4" actId="20577"/>
        <pc:sldMkLst>
          <pc:docMk/>
          <pc:sldMk cId="1636012913" sldId="270"/>
        </pc:sldMkLst>
        <pc:spChg chg="mod">
          <ac:chgData name="Pablo Barriuso Cervera" userId="97526dbd-8541-4fd2-bef1-73a367075f78" providerId="ADAL" clId="{D199ACA6-2B5E-4816-B6C0-17F9E91243D5}" dt="2025-06-16T17:16:07.821" v="4" actId="20577"/>
          <ac:spMkLst>
            <pc:docMk/>
            <pc:sldMk cId="1636012913" sldId="270"/>
            <ac:spMk id="4" creationId="{5A604EE2-8010-8374-D4EB-09D7159FB8BF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11.915" v="6" actId="20577"/>
        <pc:sldMkLst>
          <pc:docMk/>
          <pc:sldMk cId="706728921" sldId="271"/>
        </pc:sldMkLst>
        <pc:spChg chg="mod">
          <ac:chgData name="Pablo Barriuso Cervera" userId="97526dbd-8541-4fd2-bef1-73a367075f78" providerId="ADAL" clId="{D199ACA6-2B5E-4816-B6C0-17F9E91243D5}" dt="2025-06-16T17:16:11.915" v="6" actId="20577"/>
          <ac:spMkLst>
            <pc:docMk/>
            <pc:sldMk cId="706728921" sldId="271"/>
            <ac:spMk id="4" creationId="{44F06610-1379-5350-8C5D-0FE119A13C19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16:13.821" v="7" actId="20577"/>
        <pc:sldMkLst>
          <pc:docMk/>
          <pc:sldMk cId="3353178558" sldId="272"/>
        </pc:sldMkLst>
        <pc:spChg chg="mod">
          <ac:chgData name="Pablo Barriuso Cervera" userId="97526dbd-8541-4fd2-bef1-73a367075f78" providerId="ADAL" clId="{D199ACA6-2B5E-4816-B6C0-17F9E91243D5}" dt="2025-06-16T17:16:13.821" v="7" actId="20577"/>
          <ac:spMkLst>
            <pc:docMk/>
            <pc:sldMk cId="3353178558" sldId="272"/>
            <ac:spMk id="4" creationId="{FE7D5B92-E0F8-0D22-E853-8B092BEF4436}"/>
          </ac:spMkLst>
        </pc:spChg>
      </pc:sldChg>
      <pc:sldChg chg="modSp mod">
        <pc:chgData name="Pablo Barriuso Cervera" userId="97526dbd-8541-4fd2-bef1-73a367075f78" providerId="ADAL" clId="{D199ACA6-2B5E-4816-B6C0-17F9E91243D5}" dt="2025-06-17T10:56:54.656" v="458" actId="20577"/>
        <pc:sldMkLst>
          <pc:docMk/>
          <pc:sldMk cId="1404303565" sldId="273"/>
        </pc:sldMkLst>
        <pc:spChg chg="mod">
          <ac:chgData name="Pablo Barriuso Cervera" userId="97526dbd-8541-4fd2-bef1-73a367075f78" providerId="ADAL" clId="{D199ACA6-2B5E-4816-B6C0-17F9E91243D5}" dt="2025-06-17T10:56:54.656" v="458" actId="20577"/>
          <ac:spMkLst>
            <pc:docMk/>
            <pc:sldMk cId="1404303565" sldId="273"/>
            <ac:spMk id="4" creationId="{BDB73F7E-F696-61CC-0AEF-10088C86CAA5}"/>
          </ac:spMkLst>
        </pc:spChg>
      </pc:sldChg>
      <pc:sldChg chg="modSp mod">
        <pc:chgData name="Pablo Barriuso Cervera" userId="97526dbd-8541-4fd2-bef1-73a367075f78" providerId="ADAL" clId="{D199ACA6-2B5E-4816-B6C0-17F9E91243D5}" dt="2025-06-16T17:20:34.892" v="39" actId="20577"/>
        <pc:sldMkLst>
          <pc:docMk/>
          <pc:sldMk cId="4243458066" sldId="274"/>
        </pc:sldMkLst>
        <pc:spChg chg="mod">
          <ac:chgData name="Pablo Barriuso Cervera" userId="97526dbd-8541-4fd2-bef1-73a367075f78" providerId="ADAL" clId="{D199ACA6-2B5E-4816-B6C0-17F9E91243D5}" dt="2025-06-16T17:20:34.892" v="39" actId="20577"/>
          <ac:spMkLst>
            <pc:docMk/>
            <pc:sldMk cId="4243458066" sldId="274"/>
            <ac:spMk id="4" creationId="{7124BF69-213F-2E5D-8D8A-127B72F62024}"/>
          </ac:spMkLst>
        </pc:spChg>
      </pc:sldChg>
      <pc:sldChg chg="modSp mod ord">
        <pc:chgData name="Pablo Barriuso Cervera" userId="97526dbd-8541-4fd2-bef1-73a367075f78" providerId="ADAL" clId="{D199ACA6-2B5E-4816-B6C0-17F9E91243D5}" dt="2025-06-17T10:56:50.311" v="454" actId="20577"/>
        <pc:sldMkLst>
          <pc:docMk/>
          <pc:sldMk cId="3521097202" sldId="275"/>
        </pc:sldMkLst>
        <pc:spChg chg="mod">
          <ac:chgData name="Pablo Barriuso Cervera" userId="97526dbd-8541-4fd2-bef1-73a367075f78" providerId="ADAL" clId="{D199ACA6-2B5E-4816-B6C0-17F9E91243D5}" dt="2025-06-17T10:56:50.311" v="454" actId="20577"/>
          <ac:spMkLst>
            <pc:docMk/>
            <pc:sldMk cId="3521097202" sldId="275"/>
            <ac:spMk id="4" creationId="{3B21370F-4FB6-52B5-1CEE-1F563BB30E2B}"/>
          </ac:spMkLst>
        </pc:spChg>
      </pc:sldChg>
      <pc:sldChg chg="modSp mod ord">
        <pc:chgData name="Pablo Barriuso Cervera" userId="97526dbd-8541-4fd2-bef1-73a367075f78" providerId="ADAL" clId="{D199ACA6-2B5E-4816-B6C0-17F9E91243D5}" dt="2025-06-17T10:56:52.159" v="456" actId="20577"/>
        <pc:sldMkLst>
          <pc:docMk/>
          <pc:sldMk cId="4256054011" sldId="276"/>
        </pc:sldMkLst>
        <pc:spChg chg="mod">
          <ac:chgData name="Pablo Barriuso Cervera" userId="97526dbd-8541-4fd2-bef1-73a367075f78" providerId="ADAL" clId="{D199ACA6-2B5E-4816-B6C0-17F9E91243D5}" dt="2025-06-17T10:56:52.159" v="456" actId="20577"/>
          <ac:spMkLst>
            <pc:docMk/>
            <pc:sldMk cId="4256054011" sldId="276"/>
            <ac:spMk id="4" creationId="{40CEA9B3-9AED-EABB-8D48-ACAE2D2740C3}"/>
          </ac:spMkLst>
        </pc:spChg>
      </pc:sldChg>
      <pc:sldChg chg="modSp mod modShow">
        <pc:chgData name="Pablo Barriuso Cervera" userId="97526dbd-8541-4fd2-bef1-73a367075f78" providerId="ADAL" clId="{D199ACA6-2B5E-4816-B6C0-17F9E91243D5}" dt="2025-06-16T17:52:03.984" v="180" actId="20577"/>
        <pc:sldMkLst>
          <pc:docMk/>
          <pc:sldMk cId="1687234048" sldId="277"/>
        </pc:sldMkLst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3" creationId="{AE2F5539-B4BA-E25A-663E-F468DEC470C1}"/>
          </ac:spMkLst>
        </pc:spChg>
        <pc:spChg chg="mod">
          <ac:chgData name="Pablo Barriuso Cervera" userId="97526dbd-8541-4fd2-bef1-73a367075f78" providerId="ADAL" clId="{D199ACA6-2B5E-4816-B6C0-17F9E91243D5}" dt="2025-06-16T17:52:03.984" v="180" actId="20577"/>
          <ac:spMkLst>
            <pc:docMk/>
            <pc:sldMk cId="1687234048" sldId="277"/>
            <ac:spMk id="4" creationId="{D8F1012C-84D2-2DBB-0149-DF7FFA30DE87}"/>
          </ac:spMkLst>
        </pc:spChg>
        <pc:spChg chg="mod">
          <ac:chgData name="Pablo Barriuso Cervera" userId="97526dbd-8541-4fd2-bef1-73a367075f78" providerId="ADAL" clId="{D199ACA6-2B5E-4816-B6C0-17F9E91243D5}" dt="2025-06-16T17:28:08.200" v="67" actId="20577"/>
          <ac:spMkLst>
            <pc:docMk/>
            <pc:sldMk cId="1687234048" sldId="277"/>
            <ac:spMk id="9" creationId="{B63049FA-1EA5-57CE-D613-A4B5054C72E1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12" creationId="{DC81F492-8085-E666-AF55-012E049C4ECB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13" creationId="{93994120-4A85-601D-8158-1461C4DBEF06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14" creationId="{3D40CD20-28CC-3180-B118-EA8DAB993DCE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15" creationId="{7B7F3E3D-649B-4279-CBC6-AC1EDFD8987B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23" creationId="{FC0F6850-0E1B-2D28-8135-1A2A89B2E9C5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43" creationId="{7C051AD2-8CC1-37BC-A174-4F72754C794A}"/>
          </ac:spMkLst>
        </pc:spChg>
        <pc:spChg chg="mod">
          <ac:chgData name="Pablo Barriuso Cervera" userId="97526dbd-8541-4fd2-bef1-73a367075f78" providerId="ADAL" clId="{D199ACA6-2B5E-4816-B6C0-17F9E91243D5}" dt="2025-06-16T17:21:21.533" v="48" actId="1076"/>
          <ac:spMkLst>
            <pc:docMk/>
            <pc:sldMk cId="1687234048" sldId="277"/>
            <ac:spMk id="44" creationId="{5646F41B-D690-4070-0DF9-1B78BA09D4F4}"/>
          </ac:spMkLst>
        </pc:spChg>
        <pc:cxnChg chg="mod">
          <ac:chgData name="Pablo Barriuso Cervera" userId="97526dbd-8541-4fd2-bef1-73a367075f78" providerId="ADAL" clId="{D199ACA6-2B5E-4816-B6C0-17F9E91243D5}" dt="2025-06-16T17:21:21.533" v="48" actId="1076"/>
          <ac:cxnSpMkLst>
            <pc:docMk/>
            <pc:sldMk cId="1687234048" sldId="277"/>
            <ac:cxnSpMk id="18" creationId="{C67795E2-3308-5F7E-D413-2294DA934B7E}"/>
          </ac:cxnSpMkLst>
        </pc:cxnChg>
        <pc:cxnChg chg="mod">
          <ac:chgData name="Pablo Barriuso Cervera" userId="97526dbd-8541-4fd2-bef1-73a367075f78" providerId="ADAL" clId="{D199ACA6-2B5E-4816-B6C0-17F9E91243D5}" dt="2025-06-16T17:21:21.533" v="48" actId="1076"/>
          <ac:cxnSpMkLst>
            <pc:docMk/>
            <pc:sldMk cId="1687234048" sldId="277"/>
            <ac:cxnSpMk id="22" creationId="{082E95C0-3B43-9D45-9F41-720515DD145D}"/>
          </ac:cxnSpMkLst>
        </pc:cxnChg>
      </pc:sldChg>
      <pc:sldChg chg="modSp mod modShow">
        <pc:chgData name="Pablo Barriuso Cervera" userId="97526dbd-8541-4fd2-bef1-73a367075f78" providerId="ADAL" clId="{D199ACA6-2B5E-4816-B6C0-17F9E91243D5}" dt="2025-06-16T17:52:13.390" v="184" actId="20577"/>
        <pc:sldMkLst>
          <pc:docMk/>
          <pc:sldMk cId="532938547" sldId="278"/>
        </pc:sldMkLst>
        <pc:spChg chg="mod">
          <ac:chgData name="Pablo Barriuso Cervera" userId="97526dbd-8541-4fd2-bef1-73a367075f78" providerId="ADAL" clId="{D199ACA6-2B5E-4816-B6C0-17F9E91243D5}" dt="2025-06-16T17:52:13.390" v="184" actId="20577"/>
          <ac:spMkLst>
            <pc:docMk/>
            <pc:sldMk cId="532938547" sldId="278"/>
            <ac:spMk id="4" creationId="{9BCA3916-63FF-3A04-FD80-23F41888C2D4}"/>
          </ac:spMkLst>
        </pc:spChg>
      </pc:sldChg>
      <pc:sldChg chg="addSp modSp mod">
        <pc:chgData name="Pablo Barriuso Cervera" userId="97526dbd-8541-4fd2-bef1-73a367075f78" providerId="ADAL" clId="{D199ACA6-2B5E-4816-B6C0-17F9E91243D5}" dt="2025-06-16T17:19:07.179" v="17" actId="1076"/>
        <pc:sldMkLst>
          <pc:docMk/>
          <pc:sldMk cId="468265023" sldId="280"/>
        </pc:sldMkLst>
        <pc:spChg chg="add mod">
          <ac:chgData name="Pablo Barriuso Cervera" userId="97526dbd-8541-4fd2-bef1-73a367075f78" providerId="ADAL" clId="{D199ACA6-2B5E-4816-B6C0-17F9E91243D5}" dt="2025-06-16T17:19:07.179" v="17" actId="1076"/>
          <ac:spMkLst>
            <pc:docMk/>
            <pc:sldMk cId="468265023" sldId="280"/>
            <ac:spMk id="6" creationId="{7AE71FCF-941E-4194-C83E-B1E64BC828DB}"/>
          </ac:spMkLst>
        </pc:spChg>
        <pc:picChg chg="mod">
          <ac:chgData name="Pablo Barriuso Cervera" userId="97526dbd-8541-4fd2-bef1-73a367075f78" providerId="ADAL" clId="{D199ACA6-2B5E-4816-B6C0-17F9E91243D5}" dt="2025-06-16T17:18:43.271" v="12" actId="1076"/>
          <ac:picMkLst>
            <pc:docMk/>
            <pc:sldMk cId="468265023" sldId="280"/>
            <ac:picMk id="3" creationId="{26CFDDB3-A36A-B644-7ED2-12D2B72BBD61}"/>
          </ac:picMkLst>
        </pc:picChg>
      </pc:sldChg>
      <pc:sldChg chg="modSp mod">
        <pc:chgData name="Pablo Barriuso Cervera" userId="97526dbd-8541-4fd2-bef1-73a367075f78" providerId="ADAL" clId="{D199ACA6-2B5E-4816-B6C0-17F9E91243D5}" dt="2025-06-16T17:51:57.734" v="178" actId="20577"/>
        <pc:sldMkLst>
          <pc:docMk/>
          <pc:sldMk cId="349004587" sldId="281"/>
        </pc:sldMkLst>
        <pc:spChg chg="mod">
          <ac:chgData name="Pablo Barriuso Cervera" userId="97526dbd-8541-4fd2-bef1-73a367075f78" providerId="ADAL" clId="{D199ACA6-2B5E-4816-B6C0-17F9E91243D5}" dt="2025-06-16T17:51:57.734" v="178" actId="20577"/>
          <ac:spMkLst>
            <pc:docMk/>
            <pc:sldMk cId="349004587" sldId="281"/>
            <ac:spMk id="4" creationId="{A5EFFD46-58A8-7F1C-A92F-ADD38D2F076E}"/>
          </ac:spMkLst>
        </pc:spChg>
      </pc:sldChg>
      <pc:sldChg chg="modSp del mod ord">
        <pc:chgData name="Pablo Barriuso Cervera" userId="97526dbd-8541-4fd2-bef1-73a367075f78" providerId="ADAL" clId="{D199ACA6-2B5E-4816-B6C0-17F9E91243D5}" dt="2025-06-16T19:34:25.591" v="387" actId="47"/>
        <pc:sldMkLst>
          <pc:docMk/>
          <pc:sldMk cId="1381966921" sldId="282"/>
        </pc:sldMkLst>
      </pc:sldChg>
      <pc:sldChg chg="modSp mod ord">
        <pc:chgData name="Pablo Barriuso Cervera" userId="97526dbd-8541-4fd2-bef1-73a367075f78" providerId="ADAL" clId="{D199ACA6-2B5E-4816-B6C0-17F9E91243D5}" dt="2025-06-16T19:35:25.606" v="401" actId="20577"/>
        <pc:sldMkLst>
          <pc:docMk/>
          <pc:sldMk cId="158548731" sldId="283"/>
        </pc:sldMkLst>
        <pc:spChg chg="mod">
          <ac:chgData name="Pablo Barriuso Cervera" userId="97526dbd-8541-4fd2-bef1-73a367075f78" providerId="ADAL" clId="{D199ACA6-2B5E-4816-B6C0-17F9E91243D5}" dt="2025-06-16T19:35:25.606" v="401" actId="20577"/>
          <ac:spMkLst>
            <pc:docMk/>
            <pc:sldMk cId="158548731" sldId="283"/>
            <ac:spMk id="4" creationId="{1EB84AFE-FBF0-B9D2-D314-1770FCA85CE5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28.732" v="405" actId="20577"/>
        <pc:sldMkLst>
          <pc:docMk/>
          <pc:sldMk cId="481094462" sldId="284"/>
        </pc:sldMkLst>
        <pc:spChg chg="mod">
          <ac:chgData name="Pablo Barriuso Cervera" userId="97526dbd-8541-4fd2-bef1-73a367075f78" providerId="ADAL" clId="{D199ACA6-2B5E-4816-B6C0-17F9E91243D5}" dt="2025-06-16T19:35:28.732" v="405" actId="20577"/>
          <ac:spMkLst>
            <pc:docMk/>
            <pc:sldMk cId="481094462" sldId="284"/>
            <ac:spMk id="4" creationId="{A030081A-4A97-D649-56D6-3EB283E01238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31.761" v="409" actId="20577"/>
        <pc:sldMkLst>
          <pc:docMk/>
          <pc:sldMk cId="3929259068" sldId="285"/>
        </pc:sldMkLst>
        <pc:spChg chg="mod">
          <ac:chgData name="Pablo Barriuso Cervera" userId="97526dbd-8541-4fd2-bef1-73a367075f78" providerId="ADAL" clId="{D199ACA6-2B5E-4816-B6C0-17F9E91243D5}" dt="2025-06-16T19:35:31.761" v="409" actId="20577"/>
          <ac:spMkLst>
            <pc:docMk/>
            <pc:sldMk cId="3929259068" sldId="285"/>
            <ac:spMk id="4" creationId="{2A6DD206-5250-925A-E706-0D5A68D2B945}"/>
          </ac:spMkLst>
        </pc:spChg>
      </pc:sldChg>
      <pc:sldChg chg="modSp add del mod ord modShow">
        <pc:chgData name="Pablo Barriuso Cervera" userId="97526dbd-8541-4fd2-bef1-73a367075f78" providerId="ADAL" clId="{D199ACA6-2B5E-4816-B6C0-17F9E91243D5}" dt="2025-06-16T19:35:34.403" v="411" actId="20577"/>
        <pc:sldMkLst>
          <pc:docMk/>
          <pc:sldMk cId="6432938" sldId="286"/>
        </pc:sldMkLst>
        <pc:spChg chg="mod">
          <ac:chgData name="Pablo Barriuso Cervera" userId="97526dbd-8541-4fd2-bef1-73a367075f78" providerId="ADAL" clId="{D199ACA6-2B5E-4816-B6C0-17F9E91243D5}" dt="2025-06-16T19:35:34.403" v="411" actId="20577"/>
          <ac:spMkLst>
            <pc:docMk/>
            <pc:sldMk cId="6432938" sldId="286"/>
            <ac:spMk id="4" creationId="{4907C7D2-FE2C-67C6-4328-37F22D1A58B8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37.881" v="415" actId="20577"/>
        <pc:sldMkLst>
          <pc:docMk/>
          <pc:sldMk cId="1312050651" sldId="287"/>
        </pc:sldMkLst>
        <pc:spChg chg="mod">
          <ac:chgData name="Pablo Barriuso Cervera" userId="97526dbd-8541-4fd2-bef1-73a367075f78" providerId="ADAL" clId="{D199ACA6-2B5E-4816-B6C0-17F9E91243D5}" dt="2025-06-16T19:35:37.881" v="415" actId="20577"/>
          <ac:spMkLst>
            <pc:docMk/>
            <pc:sldMk cId="1312050651" sldId="287"/>
            <ac:spMk id="4" creationId="{6109972E-EC07-0494-E496-3C8AA349C7BF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40.587" v="419" actId="20577"/>
        <pc:sldMkLst>
          <pc:docMk/>
          <pc:sldMk cId="2354188646" sldId="288"/>
        </pc:sldMkLst>
        <pc:spChg chg="mod">
          <ac:chgData name="Pablo Barriuso Cervera" userId="97526dbd-8541-4fd2-bef1-73a367075f78" providerId="ADAL" clId="{D199ACA6-2B5E-4816-B6C0-17F9E91243D5}" dt="2025-06-16T19:35:40.587" v="419" actId="20577"/>
          <ac:spMkLst>
            <pc:docMk/>
            <pc:sldMk cId="2354188646" sldId="288"/>
            <ac:spMk id="4" creationId="{61ACFF36-A8E2-9AB5-76D6-C6F101CDB935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43.765" v="423" actId="20577"/>
        <pc:sldMkLst>
          <pc:docMk/>
          <pc:sldMk cId="3107705697" sldId="289"/>
        </pc:sldMkLst>
        <pc:spChg chg="mod">
          <ac:chgData name="Pablo Barriuso Cervera" userId="97526dbd-8541-4fd2-bef1-73a367075f78" providerId="ADAL" clId="{D199ACA6-2B5E-4816-B6C0-17F9E91243D5}" dt="2025-06-16T19:35:43.765" v="423" actId="20577"/>
          <ac:spMkLst>
            <pc:docMk/>
            <pc:sldMk cId="3107705697" sldId="289"/>
            <ac:spMk id="4" creationId="{550CC6BC-DF31-3C49-401A-758909A0C9AF}"/>
          </ac:spMkLst>
        </pc:spChg>
      </pc:sldChg>
      <pc:sldChg chg="modSp mod ord">
        <pc:chgData name="Pablo Barriuso Cervera" userId="97526dbd-8541-4fd2-bef1-73a367075f78" providerId="ADAL" clId="{D199ACA6-2B5E-4816-B6C0-17F9E91243D5}" dt="2025-06-16T19:35:47.246" v="427" actId="20577"/>
        <pc:sldMkLst>
          <pc:docMk/>
          <pc:sldMk cId="2615886111" sldId="290"/>
        </pc:sldMkLst>
        <pc:spChg chg="mod">
          <ac:chgData name="Pablo Barriuso Cervera" userId="97526dbd-8541-4fd2-bef1-73a367075f78" providerId="ADAL" clId="{D199ACA6-2B5E-4816-B6C0-17F9E91243D5}" dt="2025-06-16T19:35:47.246" v="427" actId="20577"/>
          <ac:spMkLst>
            <pc:docMk/>
            <pc:sldMk cId="2615886111" sldId="290"/>
            <ac:spMk id="4" creationId="{75CBC044-3E58-3F10-3814-E7E539080A73}"/>
          </ac:spMkLst>
        </pc:spChg>
        <pc:spChg chg="mod">
          <ac:chgData name="Pablo Barriuso Cervera" userId="97526dbd-8541-4fd2-bef1-73a367075f78" providerId="ADAL" clId="{D199ACA6-2B5E-4816-B6C0-17F9E91243D5}" dt="2025-06-16T19:01:08.157" v="205" actId="21"/>
          <ac:spMkLst>
            <pc:docMk/>
            <pc:sldMk cId="2615886111" sldId="290"/>
            <ac:spMk id="9" creationId="{EA1A456A-D6A6-9122-12EE-9DFCFDF5442E}"/>
          </ac:spMkLst>
        </pc:spChg>
      </pc:sldChg>
      <pc:sldChg chg="modSp mod">
        <pc:chgData name="Pablo Barriuso Cervera" userId="97526dbd-8541-4fd2-bef1-73a367075f78" providerId="ADAL" clId="{D199ACA6-2B5E-4816-B6C0-17F9E91243D5}" dt="2025-06-16T19:35:03.042" v="390" actId="20577"/>
        <pc:sldMkLst>
          <pc:docMk/>
          <pc:sldMk cId="3623565543" sldId="291"/>
        </pc:sldMkLst>
        <pc:spChg chg="mod">
          <ac:chgData name="Pablo Barriuso Cervera" userId="97526dbd-8541-4fd2-bef1-73a367075f78" providerId="ADAL" clId="{D199ACA6-2B5E-4816-B6C0-17F9E91243D5}" dt="2025-06-16T19:35:03.042" v="390" actId="20577"/>
          <ac:spMkLst>
            <pc:docMk/>
            <pc:sldMk cId="3623565543" sldId="291"/>
            <ac:spMk id="4" creationId="{B441817A-A7E3-8AA2-D847-8CF97DE48CA3}"/>
          </ac:spMkLst>
        </pc:spChg>
      </pc:sldChg>
      <pc:sldChg chg="modSp mod">
        <pc:chgData name="Pablo Barriuso Cervera" userId="97526dbd-8541-4fd2-bef1-73a367075f78" providerId="ADAL" clId="{D199ACA6-2B5E-4816-B6C0-17F9E91243D5}" dt="2025-06-16T19:35:04.949" v="392" actId="20577"/>
        <pc:sldMkLst>
          <pc:docMk/>
          <pc:sldMk cId="3572636662" sldId="292"/>
        </pc:sldMkLst>
        <pc:spChg chg="mod">
          <ac:chgData name="Pablo Barriuso Cervera" userId="97526dbd-8541-4fd2-bef1-73a367075f78" providerId="ADAL" clId="{D199ACA6-2B5E-4816-B6C0-17F9E91243D5}" dt="2025-06-16T19:35:04.949" v="392" actId="20577"/>
          <ac:spMkLst>
            <pc:docMk/>
            <pc:sldMk cId="3572636662" sldId="292"/>
            <ac:spMk id="4" creationId="{2CC4F2EC-16D0-892A-6A83-C4CD4D2F6862}"/>
          </ac:spMkLst>
        </pc:spChg>
      </pc:sldChg>
      <pc:sldChg chg="modSp mod">
        <pc:chgData name="Pablo Barriuso Cervera" userId="97526dbd-8541-4fd2-bef1-73a367075f78" providerId="ADAL" clId="{D199ACA6-2B5E-4816-B6C0-17F9E91243D5}" dt="2025-06-16T19:35:07.289" v="394" actId="20577"/>
        <pc:sldMkLst>
          <pc:docMk/>
          <pc:sldMk cId="3181289951" sldId="293"/>
        </pc:sldMkLst>
        <pc:spChg chg="mod">
          <ac:chgData name="Pablo Barriuso Cervera" userId="97526dbd-8541-4fd2-bef1-73a367075f78" providerId="ADAL" clId="{D199ACA6-2B5E-4816-B6C0-17F9E91243D5}" dt="2025-06-16T19:35:07.289" v="394" actId="20577"/>
          <ac:spMkLst>
            <pc:docMk/>
            <pc:sldMk cId="3181289951" sldId="293"/>
            <ac:spMk id="4" creationId="{DFCB93F2-597B-FB88-4587-4F4C44DF64B6}"/>
          </ac:spMkLst>
        </pc:spChg>
      </pc:sldChg>
      <pc:sldChg chg="modSp mod">
        <pc:chgData name="Pablo Barriuso Cervera" userId="97526dbd-8541-4fd2-bef1-73a367075f78" providerId="ADAL" clId="{D199ACA6-2B5E-4816-B6C0-17F9E91243D5}" dt="2025-06-16T19:35:18.041" v="395" actId="20577"/>
        <pc:sldMkLst>
          <pc:docMk/>
          <pc:sldMk cId="733420396" sldId="294"/>
        </pc:sldMkLst>
        <pc:spChg chg="mod">
          <ac:chgData name="Pablo Barriuso Cervera" userId="97526dbd-8541-4fd2-bef1-73a367075f78" providerId="ADAL" clId="{D199ACA6-2B5E-4816-B6C0-17F9E91243D5}" dt="2025-06-16T19:35:18.041" v="395" actId="20577"/>
          <ac:spMkLst>
            <pc:docMk/>
            <pc:sldMk cId="733420396" sldId="294"/>
            <ac:spMk id="4" creationId="{739B6013-98B3-EE79-E355-93A7EFD4DAC2}"/>
          </ac:spMkLst>
        </pc:spChg>
      </pc:sldChg>
      <pc:sldChg chg="modSp mod">
        <pc:chgData name="Pablo Barriuso Cervera" userId="97526dbd-8541-4fd2-bef1-73a367075f78" providerId="ADAL" clId="{D199ACA6-2B5E-4816-B6C0-17F9E91243D5}" dt="2025-06-16T19:35:19.880" v="396" actId="20577"/>
        <pc:sldMkLst>
          <pc:docMk/>
          <pc:sldMk cId="547512413" sldId="295"/>
        </pc:sldMkLst>
        <pc:spChg chg="mod">
          <ac:chgData name="Pablo Barriuso Cervera" userId="97526dbd-8541-4fd2-bef1-73a367075f78" providerId="ADAL" clId="{D199ACA6-2B5E-4816-B6C0-17F9E91243D5}" dt="2025-06-16T19:35:19.880" v="396" actId="20577"/>
          <ac:spMkLst>
            <pc:docMk/>
            <pc:sldMk cId="547512413" sldId="295"/>
            <ac:spMk id="4" creationId="{BA9E2AC5-D953-D904-DB31-E994BF42AEB1}"/>
          </ac:spMkLst>
        </pc:spChg>
        <pc:graphicFrameChg chg="modGraphic">
          <ac:chgData name="Pablo Barriuso Cervera" userId="97526dbd-8541-4fd2-bef1-73a367075f78" providerId="ADAL" clId="{D199ACA6-2B5E-4816-B6C0-17F9E91243D5}" dt="2025-06-16T17:41:35.429" v="141" actId="207"/>
          <ac:graphicFrameMkLst>
            <pc:docMk/>
            <pc:sldMk cId="547512413" sldId="295"/>
            <ac:graphicFrameMk id="2" creationId="{12F510C3-2BE7-1F44-1BD9-0A33D9256523}"/>
          </ac:graphicFrameMkLst>
        </pc:graphicFrameChg>
      </pc:sldChg>
      <pc:sldChg chg="modSp mod">
        <pc:chgData name="Pablo Barriuso Cervera" userId="97526dbd-8541-4fd2-bef1-73a367075f78" providerId="ADAL" clId="{D199ACA6-2B5E-4816-B6C0-17F9E91243D5}" dt="2025-06-16T19:35:22.308" v="397" actId="20577"/>
        <pc:sldMkLst>
          <pc:docMk/>
          <pc:sldMk cId="1889131367" sldId="296"/>
        </pc:sldMkLst>
        <pc:spChg chg="mod">
          <ac:chgData name="Pablo Barriuso Cervera" userId="97526dbd-8541-4fd2-bef1-73a367075f78" providerId="ADAL" clId="{D199ACA6-2B5E-4816-B6C0-17F9E91243D5}" dt="2025-06-16T19:35:22.308" v="397" actId="20577"/>
          <ac:spMkLst>
            <pc:docMk/>
            <pc:sldMk cId="1889131367" sldId="296"/>
            <ac:spMk id="4" creationId="{0D2E671C-798A-3B42-76CE-8819CFC69E71}"/>
          </ac:spMkLst>
        </pc:spChg>
        <pc:graphicFrameChg chg="modGraphic">
          <ac:chgData name="Pablo Barriuso Cervera" userId="97526dbd-8541-4fd2-bef1-73a367075f78" providerId="ADAL" clId="{D199ACA6-2B5E-4816-B6C0-17F9E91243D5}" dt="2025-06-16T17:41:53.727" v="143" actId="207"/>
          <ac:graphicFrameMkLst>
            <pc:docMk/>
            <pc:sldMk cId="1889131367" sldId="296"/>
            <ac:graphicFrameMk id="2" creationId="{B1D28173-DD14-18F0-429F-828B6C3DD591}"/>
          </ac:graphicFrameMkLst>
        </pc:graphicFrameChg>
      </pc:sldChg>
      <pc:sldChg chg="modSp mod ord">
        <pc:chgData name="Pablo Barriuso Cervera" userId="97526dbd-8541-4fd2-bef1-73a367075f78" providerId="ADAL" clId="{D199ACA6-2B5E-4816-B6C0-17F9E91243D5}" dt="2025-06-17T10:59:00.059" v="465"/>
        <pc:sldMkLst>
          <pc:docMk/>
          <pc:sldMk cId="4147284967" sldId="297"/>
        </pc:sldMkLst>
        <pc:spChg chg="mod">
          <ac:chgData name="Pablo Barriuso Cervera" userId="97526dbd-8541-4fd2-bef1-73a367075f78" providerId="ADAL" clId="{D199ACA6-2B5E-4816-B6C0-17F9E91243D5}" dt="2025-06-16T20:06:11.787" v="431" actId="20577"/>
          <ac:spMkLst>
            <pc:docMk/>
            <pc:sldMk cId="4147284967" sldId="297"/>
            <ac:spMk id="4" creationId="{B819358C-67F5-A6E9-94CC-B1952261204C}"/>
          </ac:spMkLst>
        </pc:spChg>
        <pc:graphicFrameChg chg="modGraphic">
          <ac:chgData name="Pablo Barriuso Cervera" userId="97526dbd-8541-4fd2-bef1-73a367075f78" providerId="ADAL" clId="{D199ACA6-2B5E-4816-B6C0-17F9E91243D5}" dt="2025-06-16T17:41:57.367" v="144" actId="207"/>
          <ac:graphicFrameMkLst>
            <pc:docMk/>
            <pc:sldMk cId="4147284967" sldId="297"/>
            <ac:graphicFrameMk id="2" creationId="{73680974-D8D4-D3D1-19F6-EEB51B0571FD}"/>
          </ac:graphicFrameMkLst>
        </pc:graphicFrameChg>
      </pc:sldChg>
      <pc:sldChg chg="modSp mod modShow">
        <pc:chgData name="Pablo Barriuso Cervera" userId="97526dbd-8541-4fd2-bef1-73a367075f78" providerId="ADAL" clId="{D199ACA6-2B5E-4816-B6C0-17F9E91243D5}" dt="2025-06-16T20:06:14.056" v="433" actId="20577"/>
        <pc:sldMkLst>
          <pc:docMk/>
          <pc:sldMk cId="909267600" sldId="298"/>
        </pc:sldMkLst>
        <pc:spChg chg="mod">
          <ac:chgData name="Pablo Barriuso Cervera" userId="97526dbd-8541-4fd2-bef1-73a367075f78" providerId="ADAL" clId="{D199ACA6-2B5E-4816-B6C0-17F9E91243D5}" dt="2025-06-16T20:06:14.056" v="433" actId="20577"/>
          <ac:spMkLst>
            <pc:docMk/>
            <pc:sldMk cId="909267600" sldId="298"/>
            <ac:spMk id="4" creationId="{F970FA58-47F8-C3E9-1E6F-FEB309162DBC}"/>
          </ac:spMkLst>
        </pc:spChg>
      </pc:sldChg>
      <pc:sldChg chg="modSp mod modShow">
        <pc:chgData name="Pablo Barriuso Cervera" userId="97526dbd-8541-4fd2-bef1-73a367075f78" providerId="ADAL" clId="{D199ACA6-2B5E-4816-B6C0-17F9E91243D5}" dt="2025-06-16T20:06:07.356" v="429" actId="20577"/>
        <pc:sldMkLst>
          <pc:docMk/>
          <pc:sldMk cId="1920443052" sldId="299"/>
        </pc:sldMkLst>
        <pc:spChg chg="mod">
          <ac:chgData name="Pablo Barriuso Cervera" userId="97526dbd-8541-4fd2-bef1-73a367075f78" providerId="ADAL" clId="{D199ACA6-2B5E-4816-B6C0-17F9E91243D5}" dt="2025-06-16T20:06:07.356" v="429" actId="20577"/>
          <ac:spMkLst>
            <pc:docMk/>
            <pc:sldMk cId="1920443052" sldId="299"/>
            <ac:spMk id="4" creationId="{692B4743-B88C-4CA1-D11D-C2C56C6683E4}"/>
          </ac:spMkLst>
        </pc:spChg>
      </pc:sldChg>
      <pc:sldChg chg="modSp mod">
        <pc:chgData name="Pablo Barriuso Cervera" userId="97526dbd-8541-4fd2-bef1-73a367075f78" providerId="ADAL" clId="{D199ACA6-2B5E-4816-B6C0-17F9E91243D5}" dt="2025-06-16T20:06:17.931" v="437" actId="20577"/>
        <pc:sldMkLst>
          <pc:docMk/>
          <pc:sldMk cId="262769374" sldId="300"/>
        </pc:sldMkLst>
        <pc:spChg chg="mod">
          <ac:chgData name="Pablo Barriuso Cervera" userId="97526dbd-8541-4fd2-bef1-73a367075f78" providerId="ADAL" clId="{D199ACA6-2B5E-4816-B6C0-17F9E91243D5}" dt="2025-06-16T20:06:17.931" v="437" actId="20577"/>
          <ac:spMkLst>
            <pc:docMk/>
            <pc:sldMk cId="262769374" sldId="300"/>
            <ac:spMk id="4" creationId="{896899DF-8102-0CFF-8B5E-85B6C0F213DA}"/>
          </ac:spMkLst>
        </pc:spChg>
      </pc:sldChg>
      <pc:sldChg chg="modSp mod">
        <pc:chgData name="Pablo Barriuso Cervera" userId="97526dbd-8541-4fd2-bef1-73a367075f78" providerId="ADAL" clId="{D199ACA6-2B5E-4816-B6C0-17F9E91243D5}" dt="2025-06-17T13:30:12.925" v="505" actId="113"/>
        <pc:sldMkLst>
          <pc:docMk/>
          <pc:sldMk cId="1100662251" sldId="301"/>
        </pc:sldMkLst>
        <pc:spChg chg="mod">
          <ac:chgData name="Pablo Barriuso Cervera" userId="97526dbd-8541-4fd2-bef1-73a367075f78" providerId="ADAL" clId="{D199ACA6-2B5E-4816-B6C0-17F9E91243D5}" dt="2025-06-16T20:06:20.253" v="439" actId="20577"/>
          <ac:spMkLst>
            <pc:docMk/>
            <pc:sldMk cId="1100662251" sldId="301"/>
            <ac:spMk id="4" creationId="{FBA8C445-2AAD-5AAF-2E63-E246B2E29E48}"/>
          </ac:spMkLst>
        </pc:spChg>
        <pc:spChg chg="mod">
          <ac:chgData name="Pablo Barriuso Cervera" userId="97526dbd-8541-4fd2-bef1-73a367075f78" providerId="ADAL" clId="{D199ACA6-2B5E-4816-B6C0-17F9E91243D5}" dt="2025-06-17T13:30:12.925" v="505" actId="113"/>
          <ac:spMkLst>
            <pc:docMk/>
            <pc:sldMk cId="1100662251" sldId="301"/>
            <ac:spMk id="5" creationId="{DCC53A7C-3520-2C93-5D41-C13B22EFC025}"/>
          </ac:spMkLst>
        </pc:spChg>
      </pc:sldChg>
      <pc:sldChg chg="modSp mod">
        <pc:chgData name="Pablo Barriuso Cervera" userId="97526dbd-8541-4fd2-bef1-73a367075f78" providerId="ADAL" clId="{D199ACA6-2B5E-4816-B6C0-17F9E91243D5}" dt="2025-06-16T20:06:23.313" v="441" actId="20577"/>
        <pc:sldMkLst>
          <pc:docMk/>
          <pc:sldMk cId="3394568304" sldId="302"/>
        </pc:sldMkLst>
        <pc:spChg chg="mod">
          <ac:chgData name="Pablo Barriuso Cervera" userId="97526dbd-8541-4fd2-bef1-73a367075f78" providerId="ADAL" clId="{D199ACA6-2B5E-4816-B6C0-17F9E91243D5}" dt="2025-06-16T20:06:23.313" v="441" actId="20577"/>
          <ac:spMkLst>
            <pc:docMk/>
            <pc:sldMk cId="3394568304" sldId="302"/>
            <ac:spMk id="4" creationId="{650413ED-DA96-3298-CCE1-51A7FB958610}"/>
          </ac:spMkLst>
        </pc:spChg>
        <pc:spChg chg="mod">
          <ac:chgData name="Pablo Barriuso Cervera" userId="97526dbd-8541-4fd2-bef1-73a367075f78" providerId="ADAL" clId="{D199ACA6-2B5E-4816-B6C0-17F9E91243D5}" dt="2025-06-16T19:04:00.157" v="384" actId="20577"/>
          <ac:spMkLst>
            <pc:docMk/>
            <pc:sldMk cId="3394568304" sldId="302"/>
            <ac:spMk id="5" creationId="{AE1C1A62-AC23-73A0-0871-5D7BD113BD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C04BC-3A0B-4E8E-8522-58CA6676C8E1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E2D20-BFE7-4908-9B0B-B58C14CCA5D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97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ED25-E407-D3AA-3D47-732CEDC2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348DD9-EF18-D42E-28E5-42416812A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BD160A-26C1-1E2F-2A7F-32AB0EF9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095311-7756-7527-F13A-F6422B7DA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686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FE63-EC03-BE31-2FC6-2090BE06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209988-3EA5-7FB4-CAAF-A7CF8879E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398147-A7B2-B5F3-44AB-41ABA4679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7372A6-565C-8274-1725-0BEE7BD72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18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D27C-9E4A-A2FA-9D22-2BE3A937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470FC7-0792-D039-D6D0-4EB102A54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BFDD4A-1DAC-2971-9CB2-7632DD627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9FA484-F0C6-1E3A-1D22-238623DE0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8682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26AD-4B5A-1C2B-26A5-2B9F9B57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11165F-3CAD-1362-7A25-B1C32E225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FA4CD4-90EF-659D-47AD-2910978AF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3C43E5-1D10-CECA-745D-24A42F907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569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C4BB-7A23-E85B-9855-982EFCD6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E5224B-91BD-3CA8-66AF-1E4E643B3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FDCB6D-6A3A-FA88-5919-E3B9498CD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699A8F-6F83-86DD-6C6B-ACC52778F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112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3C90-5C7D-8DCD-3408-A92F1272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860EA6-1AFA-8BC4-E07E-C01E4633F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B581B3-807C-C44C-2CE2-903C1C5A5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A373C6-B36D-982F-B62A-A14012F0D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045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E138-5EB3-1980-4980-9BB45949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E2A548-0147-62DF-BB13-40E0ACA85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CA3C0A5-62E1-9290-C98D-7E4BC12FE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BFA436-617C-8254-E87B-AC41437B0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4548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6B30-FFC6-DBDE-9980-1BA80F25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D9C56A-353B-A5EA-91AA-822DB24D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C1AA32-4B30-4AC1-0B73-E6D78A81F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7FF801-98E4-20A6-5D5C-8301D6B5B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77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BA28-78A7-12F2-6A1B-701E3006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03F34E-316D-BC7E-8017-F9326D81A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4CE72F-3623-41A3-A620-950CEC22B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E65D7-1320-AEE4-9253-CB60570E8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5750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988E-0678-2EDC-6FCB-C5615E38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E2CC15-3A22-DD35-0465-80E00A81C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7BF6AA-DC17-E98F-96E7-83EF06C4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7133AE-2308-7172-CD60-323063FFD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431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C137-3237-8750-FE46-68E99331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582735-7556-E650-1FEB-1B312EFEB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71C202-0A49-1DD0-6CBA-42E759B58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12A9B-1A2A-2856-F24A-821F57622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9B2C-A54C-DB55-E708-DA5B852F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75E473-AABB-1A05-40D2-FC1CFC141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C794CF-B196-9DF1-FE0D-072BD4674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B35AC3-E357-FC3A-2153-F7C66692D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3462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AB17-B2BA-76E0-E534-93F4DB72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31731DD-0A75-D3C6-5723-1EB391137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453EB8-D456-3C63-8479-FFCE932A9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D461E7-D527-AAC9-53F9-DEB3D6AEB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7189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CCDB-11E2-98C7-B1CC-72EAF979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BB08A6-804D-698F-3445-A43350EAA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5EB47A-D602-DDC2-5E30-D8B5DC5CC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9EC58-30FE-55BE-DA33-392000760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8760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F370-90A5-3C33-2267-ADE813AC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32F387-441B-4492-2251-0F87C925D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E7130F-AE36-9998-C8C8-661E8CAE8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B34342-1412-D0E6-0C91-1748DCF73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471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6DFB-A804-8E80-27B6-BFBF6051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E2E0BF-9F9B-4DB3-0C00-2D138CAED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1912F5-D690-1E66-4AD1-04EB74B85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250602-CFC0-42F1-0B03-2612B37AD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445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DC2D-55EF-AC0F-FF0E-37CD8BD5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418933-481A-28B3-D2D4-35FF7E524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7F6E57-1787-BBBE-6741-81955E33B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38B13C-C289-FA92-53D2-0CC41F842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1234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5B82-33BA-9FAC-6417-2CA93CBB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AEA256-3FBE-DF12-FAD0-0080596E4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E053C2-E20B-9070-4630-90FDB9BA2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22D5EB-C8F7-49E8-C593-ECA4EDC38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15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6F16-F309-35C5-EA70-A72F55D2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E97686-B87B-9CC0-401E-9C5A82960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8FAE1B-91A6-4DE3-CD60-584D05D1F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83A183-ADE6-7B3D-82BF-E76EB73B5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640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25F4-85DD-946C-EEE4-993BF184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E87865-3431-EDE5-73BE-8ABB390EE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9714B5-B9B3-ABA0-9957-B3106E461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038D62-B40F-6EB7-5756-34FCF3A5F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247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E26E-874D-5214-C74F-CD553AE3B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D4EB29-02EC-C8AE-4D87-483F29C58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ADDC2F-0087-48AB-48D8-7AA652813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2141D3-7134-D4DC-DB9B-526A5FC21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95373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F3E7-8C22-4D28-061D-53D4F3AD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AB5549-30E0-25C0-A149-B17533FA7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4F5952-B11F-52BD-34FF-F3EAD778E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698319-FCEB-DC2A-3B11-43671DB01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952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517D0-75E4-93E4-ABD3-0FEFC15F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C56100-E4D6-253E-0C3E-2847345C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6977F4-7F3B-BDA0-E779-630CE6ABB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18DF21-DC48-D832-873E-0D8E1BCF5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728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B469-77FD-0F99-E3E6-AF56930A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2EDCF8-7C41-F489-501D-B06441E22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6DE56B-6288-C372-78CC-7D2C0B6BF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8084D7-4D74-29DA-79F0-F71FFFB01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06630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F936-0406-1AAC-5528-7423F53D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D8D24-EA68-9C0B-3007-159B6F400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6BEA04-80AE-59D0-010E-535595C88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9835AD-9314-0391-6834-791B79B94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639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8077-88AF-1E51-92A9-EC7696E5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83CFA9-2FED-1B02-D2A6-42ED9A4C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0C09EF-BA50-B4E0-0F65-A48E38A21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9EEEFD-A01F-EE92-02F6-11B8D1CBA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5593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698A-CB06-70FD-5F19-A437FA23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1B6D2F-61CD-9C09-166F-9F868F98B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4A3053-C198-AD3B-4738-78DFD5DA7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E0523E-9C60-6693-28A8-625530292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5490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9F5C-4030-E5F9-9CF9-04436EE7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FCDF39-1F71-174E-93C2-604B18A79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3FF281-148C-13A2-F242-3AC54EA8B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83D949-87CE-A86F-131F-E6A23B0BA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27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0762-6C00-1B53-EA5F-296BFA18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7E4099-CCC7-4CEC-7F89-2F4B918DE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15955F-EC4A-9A53-7B20-975316ACF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544320-C3D6-0949-3993-6E6A0AA81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7007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662B-DA6B-AFB4-9C8A-F9CB8EFE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01932D-ACAE-FC6B-A8EE-0E536E08A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121882-1355-4EA4-97B7-D895B0A73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400D2C-77DB-56ED-20C2-179F698AD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33859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46BF-AC2B-9514-933C-D2664E69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5216CC-1DAC-70EC-3896-AF64A1D28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EFA07B-FA03-6751-6AFA-CC3A0968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EA8729-4570-4FF3-E3DC-8A222A0B0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1986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20BA-1769-0818-E99D-1D23A532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D07449C-0131-0C3E-22DD-E8A2D92B0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E152EB-B178-F7F9-A3B2-F5BA91EBB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4C91A2-E4B8-8C3E-F9E0-87E4EAD32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E2D20-BFE7-4908-9B0B-B58C14CCA5DD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499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ADD77-2F57-0FCE-E9BB-DC6072E8E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70F90C-25BE-571F-78C2-F5810D885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74A18B-1EC5-FB7B-5605-702AFB7D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B2EA2C-F51E-79C8-D6FA-BBC20F55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7F3A3-42E3-12AC-78B1-B22E0E8E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008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AF1CB-ED42-A2D1-B650-DA1659F3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86E466-F30C-6DD8-A451-33D9FD08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BFA55-C83C-5E80-6066-B90FE537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64001B-1E79-71F1-F2F8-B0CE2823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B9A13D-1E2C-3D81-0891-090E4F65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4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60834-99C4-A171-F728-EDE90E137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BD6B66-ED71-B1FB-B695-3A1C1DBDE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8493C7-0E09-A17B-4F35-DD6B2343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0A6054-D10D-2098-A04F-F4FF7473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82BD5A-8DE6-70C9-005A-62D5AE39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08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1E70B-575C-0649-AE50-EE2BED46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04CF0-A029-3AA6-8127-AD7CBA642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9BA3EC-2EDE-F62C-6323-3C3C80B66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CE939F-6E38-58EB-B60F-81E6A676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C6E5FC-F820-5092-2F17-00BF9C3C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0BC606-F989-08D1-975D-C559BE79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26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54023-F382-CE0D-8C99-9F1848E2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123281-5B97-FD42-80AF-B9130D29E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FCECE7-4D38-3AE3-B3E0-E33868ECD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5E4415-757B-8CD0-E3C3-1B4EC27EC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176A3C-565D-2ECF-A65C-7CBAC9695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63AF60-F3D5-C889-6646-B0651E93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F18872-947A-BD46-9CDB-48F6E1CC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9AB6D5-3379-654D-9F8B-66932DCB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019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7C55A-F5C4-83B6-AD47-F28E82F4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A205FA-FFF7-E627-A4CE-8512CA02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A17445-A5ED-0497-7AB7-2D7DC3384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65AC7C-F865-C9C2-B292-8EC10EB6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59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0CF7E1-700D-6C32-5E56-A576C93E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FE13F9-8E0E-529D-15D0-36862C28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9553D4-C37C-4ED5-FB9E-B37F4379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613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DED1F-460F-4817-2505-FC2C02C7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ADD8A-B59A-4700-BBD7-CBEF4D28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B1B3D3-3844-41DF-0A66-BA1CBDD1D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7A857E-F151-F498-8AAF-DEDD7891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DAFB5-98FD-8F55-5619-3459FEEC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EA65F9-7910-4972-BFDC-EFE0CB80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1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A209A-8CD6-04A0-8F01-D79F1DD5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E1BCF6-B27E-2FB7-A591-27120D15B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82DFB4-42F2-67E0-E4C4-D95143D0D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D0EC58-44F6-2FF0-F978-923AA2CB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B9D33D-AF6C-D3BE-E195-EEAD4B2E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EDFCDE-83C8-E5FB-A326-0367531C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706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B9381-6815-B334-C7CB-EEFB0088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359A95-CFE6-9CFC-C9F5-9FB5EB562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E07766-ABE2-DED7-6B96-2808F7A2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D5CF9-185B-AA63-133D-4270773C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78B822-AC49-1116-9654-0E43641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02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B9AD7B-C8E5-CB09-E7AA-7F06229D5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455141-CB75-11B8-6FE0-D10CB2C18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60DFD-FDFB-5FA1-8FED-CB72321A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8142D-5FAD-8672-111A-0A29A0A0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8B60F3-E301-F12F-0471-CF54AD61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86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564EBC-5B51-0002-9069-36E7D816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B9843A-7C19-EFBA-CDBF-5F0D74E66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249B8D-53F4-7FA5-1FB7-471A9A44B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CB1D7-DAE4-4303-8FA3-301B09713876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64F581-1A66-B394-D65B-FD4BAF130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065C7-3D35-B471-9DF7-D1DE34D38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ABCBB-2497-46F1-BE2D-C88A518D8D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978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ansparencyreport.google.com/https/overview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ymity.ch/tor-dns/pdf/Panchenko2016a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ttparchive.org/reports/page-weigh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1944414" y="1508566"/>
            <a:ext cx="8082455" cy="1442818"/>
          </a:xfrm>
        </p:spPr>
        <p:txBody>
          <a:bodyPr>
            <a:noAutofit/>
          </a:bodyPr>
          <a:lstStyle/>
          <a:p>
            <a:r>
              <a:rPr lang="es-E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Debilidades de CUMUL como método de </a:t>
            </a:r>
            <a:r>
              <a:rPr lang="es-ES" sz="2800" b="1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Website</a:t>
            </a:r>
            <a:r>
              <a:rPr lang="es-E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sz="2800" b="1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Fingerprinting</a:t>
            </a:r>
            <a:r>
              <a:rPr lang="es-E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ante páginas de similar tamaño</a:t>
            </a:r>
            <a:endParaRPr lang="en-US" sz="2800" b="1" baseline="-250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1524000" y="3485445"/>
            <a:ext cx="9144000" cy="3064698"/>
          </a:xfrm>
        </p:spPr>
        <p:txBody>
          <a:bodyPr>
            <a:normAutofit/>
          </a:bodyPr>
          <a:lstStyle/>
          <a:p>
            <a:r>
              <a:rPr lang="en-US" sz="2000"/>
              <a:t>Autor</a:t>
            </a:r>
            <a:r>
              <a:rPr lang="es-ES" sz="2000"/>
              <a:t>: </a:t>
            </a:r>
            <a:r>
              <a:rPr lang="es-ES" sz="2000" b="1"/>
              <a:t>Pablo Barriuso Cervera</a:t>
            </a:r>
          </a:p>
          <a:p>
            <a:r>
              <a:rPr lang="es-ES" sz="2000"/>
              <a:t>Director: </a:t>
            </a:r>
            <a:r>
              <a:rPr lang="en-US" sz="2000" b="1"/>
              <a:t>Daniel</a:t>
            </a:r>
            <a:r>
              <a:rPr lang="es-ES" sz="2000" b="1"/>
              <a:t> </a:t>
            </a:r>
            <a:r>
              <a:rPr lang="es-ES" sz="2000" b="1" err="1"/>
              <a:t>Morató</a:t>
            </a:r>
            <a:r>
              <a:rPr lang="es-ES" sz="2000" b="1"/>
              <a:t> Osés</a:t>
            </a:r>
          </a:p>
          <a:p>
            <a:r>
              <a:rPr lang="es-ES" sz="2000"/>
              <a:t>Codirector: </a:t>
            </a:r>
            <a:r>
              <a:rPr lang="es-ES" sz="2000" b="1"/>
              <a:t>Yuri Murillo </a:t>
            </a:r>
            <a:r>
              <a:rPr lang="es-ES" sz="2000" b="1" err="1"/>
              <a:t>Mange</a:t>
            </a:r>
            <a:endParaRPr lang="es-ES" sz="2000" b="1"/>
          </a:p>
          <a:p>
            <a:endParaRPr lang="es-ES" sz="2000" b="1"/>
          </a:p>
          <a:p>
            <a:endParaRPr lang="es-ES" sz="2000" b="1"/>
          </a:p>
          <a:p>
            <a:r>
              <a:rPr lang="es-ES" sz="2000" b="1"/>
              <a:t>Máster Universitario en Ciberseguridad</a:t>
            </a:r>
          </a:p>
          <a:p>
            <a:r>
              <a:rPr lang="es-ES" sz="2000"/>
              <a:t>Junio de 2025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2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"/>
            <a:ext cx="4524703" cy="685799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s-ES" sz="5400" b="1">
                <a:solidFill>
                  <a:schemeClr val="bg1"/>
                </a:solidFill>
              </a:rPr>
              <a:t>  Índice</a:t>
            </a:r>
          </a:p>
        </p:txBody>
      </p:sp>
      <p:sp>
        <p:nvSpPr>
          <p:cNvPr id="7" name="Rectángulo 6"/>
          <p:cNvSpPr/>
          <p:nvPr/>
        </p:nvSpPr>
        <p:spPr>
          <a:xfrm rot="5400000">
            <a:off x="1138402" y="3386303"/>
            <a:ext cx="6857998" cy="853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5116874" y="1169163"/>
            <a:ext cx="4954084" cy="53809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s-ES" sz="2200">
                <a:latin typeface="Didact Gothic" panose="00000500000000000000" pitchFamily="2" charset="0"/>
              </a:rPr>
              <a:t>Contexto y objetivos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200">
                <a:latin typeface="Didact Gothic" panose="00000500000000000000" pitchFamily="2" charset="0"/>
              </a:rPr>
              <a:t>Escenario y metodología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sz="1800">
                <a:latin typeface="Didact Gothic" panose="00000500000000000000" pitchFamily="2" charset="0"/>
              </a:rPr>
              <a:t>Generación de páginas web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sz="1800">
                <a:latin typeface="Didact Gothic" panose="00000500000000000000" pitchFamily="2" charset="0"/>
              </a:rPr>
              <a:t>Modelo de amenaza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sz="1800">
                <a:latin typeface="Didact Gothic" panose="00000500000000000000" pitchFamily="2" charset="0"/>
              </a:rPr>
              <a:t>Arquitectura de red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sz="1800">
                <a:latin typeface="Didact Gothic" panose="00000500000000000000" pitchFamily="2" charset="0"/>
              </a:rPr>
              <a:t>Procesamiento de trazas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200">
                <a:latin typeface="Didact Gothic" panose="00000500000000000000" pitchFamily="2" charset="0"/>
              </a:rPr>
              <a:t>Marco experimental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200">
                <a:latin typeface="Didact Gothic" panose="00000500000000000000" pitchFamily="2" charset="0"/>
              </a:rPr>
              <a:t>Análisis de los resultados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200">
                <a:latin typeface="Didact Gothic" panose="00000500000000000000" pitchFamily="2" charset="0"/>
              </a:rPr>
              <a:t>Conclusiones y trabajo futuro</a:t>
            </a:r>
          </a:p>
          <a:p>
            <a:pPr marL="457200" indent="-457200" algn="just">
              <a:buFont typeface="+mj-lt"/>
              <a:buAutoNum type="arabicPeriod"/>
            </a:pPr>
            <a:endParaRPr lang="es-ES" sz="220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0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1 – Contexto y objetivos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9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1 – Contexto y objetivos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3FE822-322F-B028-C434-D4AFF81B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496" y="1241612"/>
            <a:ext cx="9022977" cy="450523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847CC3A-5BC6-D49C-6DC2-A44A4F18013A}"/>
              </a:ext>
            </a:extLst>
          </p:cNvPr>
          <p:cNvSpPr txBox="1"/>
          <p:nvPr/>
        </p:nvSpPr>
        <p:spPr>
          <a:xfrm>
            <a:off x="2187388" y="5783554"/>
            <a:ext cx="781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Porcentaje de páginas cargadas a través de HTTPS en Chrome por plataforma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F5A9B2-3B26-6516-297A-B7F0892B463A}"/>
              </a:ext>
            </a:extLst>
          </p:cNvPr>
          <p:cNvSpPr txBox="1"/>
          <p:nvPr/>
        </p:nvSpPr>
        <p:spPr>
          <a:xfrm>
            <a:off x="2187388" y="6196288"/>
            <a:ext cx="781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/>
              <a:t>Fuente: </a:t>
            </a:r>
            <a:r>
              <a:rPr lang="es-ES" sz="1400">
                <a:hlinkClick r:id="rId4"/>
              </a:rPr>
              <a:t>https://transparencyreport.google.com/https/overview</a:t>
            </a:r>
            <a:endParaRPr lang="es-ES" sz="1400"/>
          </a:p>
        </p:txBody>
      </p:sp>
    </p:spTree>
    <p:extLst>
      <p:ext uri="{BB962C8B-B14F-4D97-AF65-F5344CB8AC3E}">
        <p14:creationId xmlns:p14="http://schemas.microsoft.com/office/powerpoint/2010/main" val="28649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11EA-19D6-62AB-A010-0E778463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9AF8135-29A1-B7D3-EA38-DF242830F1B7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1 – Contexto y objetivos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BD188D3-79A8-CBAC-DA5B-558EB43E07E4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6BC7987-AE37-46CC-43E9-DA9780C175B1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124D3B3-B49F-3BB7-BEA6-570789F8C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3250F97-A9A8-3413-B441-42EB92E7776B}"/>
              </a:ext>
            </a:extLst>
          </p:cNvPr>
          <p:cNvSpPr txBox="1"/>
          <p:nvPr/>
        </p:nvSpPr>
        <p:spPr>
          <a:xfrm>
            <a:off x="388881" y="1499040"/>
            <a:ext cx="114129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HTTPS es empleado por millones de usuarios para asegurar la </a:t>
            </a:r>
            <a:r>
              <a:rPr lang="es-ES" sz="2000" b="1"/>
              <a:t>privacidad</a:t>
            </a:r>
            <a:r>
              <a:rPr lang="es-ES" sz="2000"/>
              <a:t> y </a:t>
            </a:r>
            <a:r>
              <a:rPr lang="es-ES" sz="2000" b="1"/>
              <a:t>confidencialidad</a:t>
            </a:r>
            <a:r>
              <a:rPr lang="es-ES" sz="2000"/>
              <a:t> de las comunicaciones</a:t>
            </a:r>
          </a:p>
          <a:p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/>
              <a:t>HTTPS protege el </a:t>
            </a:r>
            <a:r>
              <a:rPr lang="es-ES" sz="2000" b="1"/>
              <a:t>contenido</a:t>
            </a:r>
            <a:r>
              <a:rPr lang="es-ES" sz="2000"/>
              <a:t> de los datos transmitidos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/>
              <a:t>No es suficiente para protegerse de ataques basados en el </a:t>
            </a:r>
            <a:r>
              <a:rPr lang="es-ES" sz="2000" b="1"/>
              <a:t>análisis del tráfico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/>
          </a:p>
          <a:p>
            <a:r>
              <a:rPr lang="es-ES" sz="2000"/>
              <a:t>Un ejemplo de este tipo de ataques es conocido como </a:t>
            </a:r>
            <a:r>
              <a:rPr lang="es-ES" sz="2000" b="1" err="1"/>
              <a:t>Website</a:t>
            </a:r>
            <a:r>
              <a:rPr lang="es-ES" sz="2000" b="1"/>
              <a:t> </a:t>
            </a:r>
            <a:r>
              <a:rPr lang="es-ES" sz="2000" b="1" err="1"/>
              <a:t>Fingerprinting</a:t>
            </a:r>
            <a:endParaRPr lang="es-ES" sz="2000" b="1"/>
          </a:p>
          <a:p>
            <a:endParaRPr lang="es-E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/>
              <a:t>Un adversario pretende averiguar qué página está visitando un usuario (víctima)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/>
              <a:t>Se plantea como un problema de </a:t>
            </a:r>
            <a:r>
              <a:rPr lang="es-ES" sz="2000" b="1"/>
              <a:t>clasificación</a:t>
            </a:r>
            <a:r>
              <a:rPr lang="es-ES" sz="2000"/>
              <a:t> con distintas fases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22506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70A3-60C5-3EA3-7108-BD84B110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EFF7E64-EDA6-91B8-57FB-BD1DF539FC6F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1 – Contexto y objetivos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EA3FA0-0B86-6E75-F865-156B27398054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3505D3A-71D0-CB52-BE28-F1884EC2D912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F7E4C6-B283-FFF0-1BCB-ED6C8BD48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7CAC14B-7286-6F1F-A42D-17A06CA5421F}"/>
              </a:ext>
            </a:extLst>
          </p:cNvPr>
          <p:cNvSpPr txBox="1"/>
          <p:nvPr/>
        </p:nvSpPr>
        <p:spPr>
          <a:xfrm>
            <a:off x="388881" y="1499040"/>
            <a:ext cx="114129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Uno de los trabajos más relevantes en el campo de </a:t>
            </a:r>
            <a:r>
              <a:rPr lang="es-ES" sz="2000" dirty="0" err="1"/>
              <a:t>Website</a:t>
            </a:r>
            <a:r>
              <a:rPr lang="es-ES" sz="2000" dirty="0"/>
              <a:t> </a:t>
            </a:r>
            <a:r>
              <a:rPr lang="es-ES" sz="2000" dirty="0" err="1"/>
              <a:t>Fingerprinting</a:t>
            </a:r>
            <a:r>
              <a:rPr lang="es-ES" sz="2000" dirty="0"/>
              <a:t> es </a:t>
            </a:r>
            <a:r>
              <a:rPr lang="es-ES" sz="2000" b="1" dirty="0" err="1"/>
              <a:t>Website</a:t>
            </a:r>
            <a:r>
              <a:rPr lang="es-ES" sz="2000" b="1" dirty="0"/>
              <a:t> </a:t>
            </a:r>
            <a:r>
              <a:rPr lang="es-ES" sz="2000" b="1" dirty="0" err="1"/>
              <a:t>Fingerprinting</a:t>
            </a:r>
            <a:r>
              <a:rPr lang="es-ES" sz="2000" b="1" dirty="0"/>
              <a:t> at Internet </a:t>
            </a:r>
            <a:r>
              <a:rPr lang="es-ES" sz="2000" b="1" dirty="0" err="1"/>
              <a:t>Scale</a:t>
            </a:r>
            <a:r>
              <a:rPr lang="es-ES" sz="2000" dirty="0"/>
              <a:t>.</a:t>
            </a:r>
          </a:p>
          <a:p>
            <a:endParaRPr lang="es-ES" sz="2000" dirty="0"/>
          </a:p>
          <a:p>
            <a:endParaRPr lang="es-ES" sz="2000" dirty="0"/>
          </a:p>
          <a:p>
            <a:pPr algn="ctr"/>
            <a:r>
              <a:rPr lang="es-ES" sz="2000" i="1" dirty="0" err="1"/>
              <a:t>Panchenko</a:t>
            </a:r>
            <a:r>
              <a:rPr lang="es-ES" sz="2000" i="1" dirty="0"/>
              <a:t>, A., </a:t>
            </a:r>
            <a:r>
              <a:rPr lang="es-ES" sz="2000" i="1" dirty="0" err="1"/>
              <a:t>Lanze</a:t>
            </a:r>
            <a:r>
              <a:rPr lang="es-ES" sz="2000" i="1" dirty="0"/>
              <a:t>, F., </a:t>
            </a:r>
            <a:r>
              <a:rPr lang="es-ES" sz="2000" i="1" dirty="0" err="1"/>
              <a:t>Pennekamp</a:t>
            </a:r>
            <a:r>
              <a:rPr lang="es-ES" sz="2000" i="1" dirty="0"/>
              <a:t>, J., Engel, T., </a:t>
            </a:r>
            <a:r>
              <a:rPr lang="es-ES" sz="2000" i="1" dirty="0" err="1"/>
              <a:t>Zinnen</a:t>
            </a:r>
            <a:r>
              <a:rPr lang="es-ES" sz="2000" i="1" dirty="0"/>
              <a:t>, A., </a:t>
            </a:r>
            <a:r>
              <a:rPr lang="es-ES" sz="2000" i="1" dirty="0" err="1"/>
              <a:t>Henze</a:t>
            </a:r>
            <a:r>
              <a:rPr lang="es-ES" sz="2000" i="1" dirty="0"/>
              <a:t>, M., &amp; </a:t>
            </a:r>
            <a:r>
              <a:rPr lang="es-ES" sz="2000" i="1" dirty="0" err="1"/>
              <a:t>Wehrle</a:t>
            </a:r>
            <a:r>
              <a:rPr lang="es-ES" sz="2000" i="1" dirty="0"/>
              <a:t>, K. (2016, </a:t>
            </a:r>
            <a:r>
              <a:rPr lang="es-ES" sz="2000" i="1" dirty="0" err="1"/>
              <a:t>February</a:t>
            </a:r>
            <a:r>
              <a:rPr lang="es-ES" sz="2000" i="1" dirty="0"/>
              <a:t>). </a:t>
            </a:r>
            <a:r>
              <a:rPr lang="es-ES" sz="2000" i="1" dirty="0" err="1"/>
              <a:t>Website</a:t>
            </a:r>
            <a:r>
              <a:rPr lang="es-ES" sz="2000" i="1" dirty="0"/>
              <a:t> </a:t>
            </a:r>
            <a:r>
              <a:rPr lang="es-ES" sz="2000" i="1" dirty="0" err="1"/>
              <a:t>Fingerprinting</a:t>
            </a:r>
            <a:r>
              <a:rPr lang="es-ES" sz="2000" i="1" dirty="0"/>
              <a:t> at Internet </a:t>
            </a:r>
            <a:r>
              <a:rPr lang="es-ES" sz="2000" i="1" dirty="0" err="1"/>
              <a:t>Scale</a:t>
            </a:r>
            <a:r>
              <a:rPr lang="es-ES" sz="2000" i="1" dirty="0"/>
              <a:t>. In NDSS (Vol. 1, p. 23477).</a:t>
            </a:r>
          </a:p>
          <a:p>
            <a:endParaRPr lang="es-ES" sz="2000" dirty="0"/>
          </a:p>
          <a:p>
            <a:pPr algn="ctr"/>
            <a:r>
              <a:rPr lang="es-ES" sz="2000" dirty="0">
                <a:hlinkClick r:id="rId4"/>
              </a:rPr>
              <a:t>https://nymity.ch/tor-dns/pdf/Panchenko2016a.pdf.</a:t>
            </a:r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/>
              <a:t>Número de citas: 430 (</a:t>
            </a:r>
            <a:r>
              <a:rPr lang="es-ES" sz="2000" dirty="0" err="1"/>
              <a:t>Scopus</a:t>
            </a:r>
            <a:r>
              <a:rPr lang="es-ES" sz="2000" dirty="0"/>
              <a:t>), 714 (Google </a:t>
            </a:r>
            <a:r>
              <a:rPr lang="es-ES" sz="2000" dirty="0" err="1"/>
              <a:t>Scholar</a:t>
            </a:r>
            <a:r>
              <a:rPr lang="es-ES" sz="2000"/>
              <a:t>)</a:t>
            </a:r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 </a:t>
            </a:r>
          </a:p>
          <a:p>
            <a:r>
              <a:rPr lang="es-ES" sz="2000" dirty="0"/>
              <a:t>Este trabajo combina la representación del tráfico mediante una secuencia acumulativa con metadatos de este. El método se conoce en la literatura como </a:t>
            </a:r>
            <a:r>
              <a:rPr lang="es-ES" sz="2000" b="1" dirty="0"/>
              <a:t>CUMUL</a:t>
            </a:r>
            <a:r>
              <a:rPr lang="es-ES" sz="2000" dirty="0"/>
              <a:t>.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337019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D4-71A6-FA38-04AD-8DD358DC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58724BB-AEFF-8A1C-216A-AA5395B73A1D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1 – Contexto y objetivos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0919D5-7010-CA33-1A29-3F7C6D7E3EE2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906B059-B8FA-8D11-022E-EDB59D37025E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60976A-4BF6-5376-4CFA-7D3D89A6E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8E8BDF-5DD8-12FB-BCC4-0077C7644770}"/>
              </a:ext>
            </a:extLst>
          </p:cNvPr>
          <p:cNvSpPr txBox="1"/>
          <p:nvPr/>
        </p:nvSpPr>
        <p:spPr>
          <a:xfrm>
            <a:off x="336330" y="1499040"/>
            <a:ext cx="41639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err="1"/>
              <a:t>Fingerprint</a:t>
            </a:r>
            <a:r>
              <a:rPr lang="es-ES" b="1"/>
              <a:t> de CUMUL:</a:t>
            </a:r>
          </a:p>
          <a:p>
            <a:endParaRPr lang="es-ES"/>
          </a:p>
          <a:p>
            <a:r>
              <a:rPr lang="es-ES"/>
              <a:t>- Número de paquetes entrantes</a:t>
            </a:r>
          </a:p>
          <a:p>
            <a:r>
              <a:rPr lang="es-ES"/>
              <a:t>- Número de paquetes salientes</a:t>
            </a:r>
          </a:p>
          <a:p>
            <a:r>
              <a:rPr lang="es-ES"/>
              <a:t>- Volumen entrante</a:t>
            </a:r>
          </a:p>
          <a:p>
            <a:r>
              <a:rPr lang="es-ES"/>
              <a:t>- Volumen saliente</a:t>
            </a:r>
          </a:p>
          <a:p>
            <a:endParaRPr lang="es-ES"/>
          </a:p>
          <a:p>
            <a:r>
              <a:rPr lang="es-ES"/>
              <a:t>- Secuencia acumulativa interpolada a 100 características</a:t>
            </a: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6CFDDB3-A36A-B644-7ED2-12D2B72BB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547" y="1987996"/>
            <a:ext cx="6570256" cy="37515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E71FCF-941E-4194-C83E-B1E64BC828DB}"/>
                  </a:ext>
                </a:extLst>
              </p:cNvPr>
              <p:cNvSpPr txBox="1"/>
              <p:nvPr/>
            </p:nvSpPr>
            <p:spPr>
              <a:xfrm>
                <a:off x="336330" y="4238221"/>
                <a:ext cx="4933533" cy="890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,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s-ES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,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𝑝𝑎𝑟𝑎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=2,…,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𝑁</m:t>
                      </m:r>
                    </m:oMath>
                  </m:oMathPara>
                </a14:m>
                <a:endParaRPr lang="es-ES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E71FCF-941E-4194-C83E-B1E64BC82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30" y="4238221"/>
                <a:ext cx="4933533" cy="8902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26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019E-9EA4-D1BA-738A-1C8386BA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CD7127B-9EC9-86D5-736D-F87265E3F5E6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1 – Contexto y objetivos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A6780F-B54C-45CD-6C04-2C57569BCCCB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B17F9A1-428A-3044-7065-D8B7D8B27520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D24DEB-120A-8FBF-B0E1-253E345AA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19B23CF-BBD8-D677-CD03-DDCAF33D51FA}"/>
              </a:ext>
            </a:extLst>
          </p:cNvPr>
          <p:cNvSpPr txBox="1"/>
          <p:nvPr/>
        </p:nvSpPr>
        <p:spPr>
          <a:xfrm>
            <a:off x="388881" y="1499040"/>
            <a:ext cx="114129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El objetivo principal de este trabajo es estudiar las debilidades de </a:t>
            </a:r>
            <a:r>
              <a:rPr lang="es-ES" sz="2000" b="1"/>
              <a:t>CUMUL</a:t>
            </a:r>
            <a:r>
              <a:rPr lang="es-ES" sz="2000"/>
              <a:t>.</a:t>
            </a:r>
            <a:endParaRPr lang="es-ES" sz="2000" b="1"/>
          </a:p>
          <a:p>
            <a:endParaRPr lang="es-ES" sz="2000"/>
          </a:p>
          <a:p>
            <a:endParaRPr lang="es-ES" sz="2000"/>
          </a:p>
          <a:p>
            <a:r>
              <a:rPr lang="es-ES" sz="2000"/>
              <a:t>Para ello:</a:t>
            </a:r>
          </a:p>
          <a:p>
            <a:endParaRPr lang="es-ES" sz="2000"/>
          </a:p>
          <a:p>
            <a:endParaRPr lang="es-ES" sz="2000"/>
          </a:p>
          <a:p>
            <a:r>
              <a:rPr lang="es-ES" sz="2000"/>
              <a:t>	Definir un escenario desfavorable, a priori, para el método (páginas de igual tamaño)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r>
              <a:rPr lang="es-ES" sz="2000"/>
              <a:t>	</a:t>
            </a:r>
          </a:p>
          <a:p>
            <a:r>
              <a:rPr lang="es-ES" sz="2000"/>
              <a:t>	Implementar y evaluar CUMUL en ese escenario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/>
          </a:p>
          <a:p>
            <a:r>
              <a:rPr lang="es-ES" sz="2000"/>
              <a:t>	</a:t>
            </a:r>
          </a:p>
          <a:p>
            <a:r>
              <a:rPr lang="es-ES" sz="2000"/>
              <a:t>	Analizar los resultados en busca de debilidades</a:t>
            </a:r>
          </a:p>
          <a:p>
            <a:endParaRPr lang="es-ES" sz="2000"/>
          </a:p>
        </p:txBody>
      </p:sp>
      <p:pic>
        <p:nvPicPr>
          <p:cNvPr id="3" name="Gráfico 2" descr="Cubo contorno">
            <a:extLst>
              <a:ext uri="{FF2B5EF4-FFF2-40B4-BE49-F238E27FC236}">
                <a16:creationId xmlns:a16="http://schemas.microsoft.com/office/drawing/2014/main" id="{331E26EC-2EC7-68EC-8A85-E77FE2A9D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881" y="3103104"/>
            <a:ext cx="914400" cy="914400"/>
          </a:xfrm>
          <a:prstGeom prst="rect">
            <a:avLst/>
          </a:prstGeom>
        </p:spPr>
      </p:pic>
      <p:pic>
        <p:nvPicPr>
          <p:cNvPr id="9" name="Gráfico 8" descr="Gráfico de barras con tendencia bajista contorno">
            <a:extLst>
              <a:ext uri="{FF2B5EF4-FFF2-40B4-BE49-F238E27FC236}">
                <a16:creationId xmlns:a16="http://schemas.microsoft.com/office/drawing/2014/main" id="{8B709A63-0DD0-696E-3915-94AB322C17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881" y="4238221"/>
            <a:ext cx="914400" cy="914400"/>
          </a:xfrm>
          <a:prstGeom prst="rect">
            <a:avLst/>
          </a:prstGeom>
        </p:spPr>
      </p:pic>
      <p:pic>
        <p:nvPicPr>
          <p:cNvPr id="12" name="Gráfico 11" descr="Investigación con relleno sólido">
            <a:extLst>
              <a:ext uri="{FF2B5EF4-FFF2-40B4-BE49-F238E27FC236}">
                <a16:creationId xmlns:a16="http://schemas.microsoft.com/office/drawing/2014/main" id="{A68D24E2-BACA-E123-620A-B58FCF16CD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8881" y="55796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7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37AE0B-7466-4D4D-AC48-8A298187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759E0D0-7683-4C11-203C-30949F1D1E86}"/>
              </a:ext>
            </a:extLst>
          </p:cNvPr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X – Estado del arte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516784-FF8F-E7A4-00C0-7DD61088BD75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4E600B-E92D-68B3-F14D-3298BBA310A6}"/>
              </a:ext>
            </a:extLst>
          </p:cNvPr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1714AB-E91C-89EA-ACC9-04E263E6B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35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A88689-957A-FA1F-370D-985D80AD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35BF564-7F81-0E0C-457B-9AB965D95F5E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X – Estado del arte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35449E1-82BD-D8B9-F098-3366CC7CEBBB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A788538-FC2E-78CE-459E-12F2FF70A0EB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0200CC4-6B0E-BF3D-E7E3-2C94C35FC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A2FEAD2-F37F-0044-81D3-7BE130BCC8DE}"/>
              </a:ext>
            </a:extLst>
          </p:cNvPr>
          <p:cNvSpPr txBox="1"/>
          <p:nvPr/>
        </p:nvSpPr>
        <p:spPr>
          <a:xfrm>
            <a:off x="388881" y="1499040"/>
            <a:ext cx="1141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Dos tendencias claras:</a:t>
            </a:r>
          </a:p>
        </p:txBody>
      </p:sp>
      <p:pic>
        <p:nvPicPr>
          <p:cNvPr id="2050" name="Picture 2" descr="Machine-Learning Icons - Free SVG &amp; PNG Machine-Learning Images - Noun  Project">
            <a:extLst>
              <a:ext uri="{FF2B5EF4-FFF2-40B4-BE49-F238E27FC236}">
                <a16:creationId xmlns:a16="http://schemas.microsoft.com/office/drawing/2014/main" id="{0408D8B0-ECF3-EC9E-0456-9E4A9E197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405" y="2691653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0BDFD9B-9A85-00DC-1BA6-6E0E3C064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595" y="2691653"/>
            <a:ext cx="2160000" cy="2160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C4CEA97-C46D-EA1A-6CFC-2F1A682ABA77}"/>
              </a:ext>
            </a:extLst>
          </p:cNvPr>
          <p:cNvSpPr txBox="1"/>
          <p:nvPr/>
        </p:nvSpPr>
        <p:spPr>
          <a:xfrm>
            <a:off x="149909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clásico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B2AE33-F834-C951-4556-31B347C8B68D}"/>
              </a:ext>
            </a:extLst>
          </p:cNvPr>
          <p:cNvSpPr txBox="1"/>
          <p:nvPr/>
        </p:nvSpPr>
        <p:spPr>
          <a:xfrm>
            <a:off x="678428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profundo</a:t>
            </a:r>
          </a:p>
        </p:txBody>
      </p:sp>
    </p:spTree>
    <p:extLst>
      <p:ext uri="{BB962C8B-B14F-4D97-AF65-F5344CB8AC3E}">
        <p14:creationId xmlns:p14="http://schemas.microsoft.com/office/powerpoint/2010/main" val="337557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C6D15D-6D0E-86A3-5231-264C7EBD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2C8FD94-67E1-AB6E-8DD2-94B7C69ED435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X – Estado del arte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C34B4D3-860F-CAA2-01D7-57E3F934EBE3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3A19C88-5878-697B-FC92-E219FCCBD2AD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14300C3-15BF-A6D4-FABD-EC0CB84D8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211E763-66D0-B2D9-427F-8AF758D41A8E}"/>
              </a:ext>
            </a:extLst>
          </p:cNvPr>
          <p:cNvSpPr txBox="1"/>
          <p:nvPr/>
        </p:nvSpPr>
        <p:spPr>
          <a:xfrm>
            <a:off x="388881" y="1499040"/>
            <a:ext cx="1141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Dos tendencias claras:</a:t>
            </a:r>
          </a:p>
        </p:txBody>
      </p:sp>
      <p:pic>
        <p:nvPicPr>
          <p:cNvPr id="2050" name="Picture 2" descr="Machine-Learning Icons - Free SVG &amp; PNG Machine-Learning Images - Noun  Project">
            <a:extLst>
              <a:ext uri="{FF2B5EF4-FFF2-40B4-BE49-F238E27FC236}">
                <a16:creationId xmlns:a16="http://schemas.microsoft.com/office/drawing/2014/main" id="{A55D6559-1126-B063-2561-2C8693EA8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405" y="2691653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99E8EF5-60ED-5EFC-96F7-88359E08ED90}"/>
              </a:ext>
            </a:extLst>
          </p:cNvPr>
          <p:cNvSpPr txBox="1"/>
          <p:nvPr/>
        </p:nvSpPr>
        <p:spPr>
          <a:xfrm>
            <a:off x="149909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clásico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D54C39F-1881-BAF0-7152-7EB3AA2EE8B7}"/>
              </a:ext>
            </a:extLst>
          </p:cNvPr>
          <p:cNvSpPr txBox="1"/>
          <p:nvPr/>
        </p:nvSpPr>
        <p:spPr>
          <a:xfrm>
            <a:off x="5945940" y="2691653"/>
            <a:ext cx="553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Extracción manual de características</a:t>
            </a:r>
          </a:p>
          <a:p>
            <a:endParaRPr lang="es-ES"/>
          </a:p>
          <a:p>
            <a:r>
              <a:rPr lang="es-ES"/>
              <a:t>Algoritmos de aprendizaje automático (SVM, RF…)</a:t>
            </a:r>
          </a:p>
          <a:p>
            <a:endParaRPr lang="es-ES"/>
          </a:p>
          <a:p>
            <a:r>
              <a:rPr lang="es-ES"/>
              <a:t>Mayor interpretabilidad</a:t>
            </a:r>
          </a:p>
          <a:p>
            <a:endParaRPr lang="es-ES"/>
          </a:p>
          <a:p>
            <a:r>
              <a:rPr lang="es-ES"/>
              <a:t>Se necesitan pocos datos</a:t>
            </a:r>
          </a:p>
        </p:txBody>
      </p:sp>
    </p:spTree>
    <p:extLst>
      <p:ext uri="{BB962C8B-B14F-4D97-AF65-F5344CB8AC3E}">
        <p14:creationId xmlns:p14="http://schemas.microsoft.com/office/powerpoint/2010/main" val="46101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074011-31FC-29B7-4E85-D66800A0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604EE2-8010-8374-D4EB-09D7159FB8BF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X – Estado del arte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C92262-C22D-A3CA-DB51-70F955BD5A79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7FB08FA-9D77-DCFE-1F8C-AABE6B2C4993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DC0A7A9-68D9-6FAD-2880-03EC06D70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1BABCB6-4EAB-F9A2-C3A1-C10762A74EFB}"/>
              </a:ext>
            </a:extLst>
          </p:cNvPr>
          <p:cNvSpPr txBox="1"/>
          <p:nvPr/>
        </p:nvSpPr>
        <p:spPr>
          <a:xfrm>
            <a:off x="388881" y="1499040"/>
            <a:ext cx="1141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Dos tendencias claras:</a:t>
            </a:r>
          </a:p>
        </p:txBody>
      </p:sp>
      <p:pic>
        <p:nvPicPr>
          <p:cNvPr id="2050" name="Picture 2" descr="Machine-Learning Icons - Free SVG &amp; PNG Machine-Learning Images - Noun  Project">
            <a:extLst>
              <a:ext uri="{FF2B5EF4-FFF2-40B4-BE49-F238E27FC236}">
                <a16:creationId xmlns:a16="http://schemas.microsoft.com/office/drawing/2014/main" id="{08C89A91-7C10-5C3B-A882-8A4B70A20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405" y="2691653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433E808-D5D2-2E55-03F4-EB2E5D13A30E}"/>
              </a:ext>
            </a:extLst>
          </p:cNvPr>
          <p:cNvSpPr txBox="1"/>
          <p:nvPr/>
        </p:nvSpPr>
        <p:spPr>
          <a:xfrm>
            <a:off x="149909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clásico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355F477-546D-0108-E501-8FA9E42EFAE4}"/>
              </a:ext>
            </a:extLst>
          </p:cNvPr>
          <p:cNvSpPr txBox="1"/>
          <p:nvPr/>
        </p:nvSpPr>
        <p:spPr>
          <a:xfrm>
            <a:off x="5986193" y="2096529"/>
            <a:ext cx="553784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/>
              <a:t>A. </a:t>
            </a:r>
            <a:r>
              <a:rPr lang="es-ES" sz="1400" i="1" err="1"/>
              <a:t>Panchenko</a:t>
            </a:r>
            <a:r>
              <a:rPr lang="es-ES" sz="1400" i="1"/>
              <a:t>, L. </a:t>
            </a:r>
            <a:r>
              <a:rPr lang="es-ES" sz="1400" i="1" err="1"/>
              <a:t>Niessen</a:t>
            </a:r>
            <a:r>
              <a:rPr lang="es-ES" sz="1400" i="1"/>
              <a:t>, A. </a:t>
            </a:r>
            <a:r>
              <a:rPr lang="es-ES" sz="1400" i="1" err="1"/>
              <a:t>Zinnen</a:t>
            </a:r>
            <a:r>
              <a:rPr lang="es-ES" sz="1400" i="1"/>
              <a:t> y T. Engel, «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in </a:t>
            </a:r>
            <a:r>
              <a:rPr lang="es-ES" sz="1400" b="1" i="1" err="1"/>
              <a:t>onion</a:t>
            </a:r>
            <a:r>
              <a:rPr lang="es-ES" sz="1400" b="1" i="1"/>
              <a:t> </a:t>
            </a:r>
            <a:r>
              <a:rPr lang="es-ES" sz="1400" b="1" i="1" err="1"/>
              <a:t>routing</a:t>
            </a:r>
            <a:r>
              <a:rPr lang="es-ES" sz="1400" b="1" i="1"/>
              <a:t> </a:t>
            </a:r>
            <a:r>
              <a:rPr lang="es-ES" sz="1400" b="1" i="1" err="1"/>
              <a:t>based</a:t>
            </a:r>
            <a:r>
              <a:rPr lang="es-ES" sz="1400" b="1" i="1"/>
              <a:t> </a:t>
            </a:r>
            <a:r>
              <a:rPr lang="es-ES" sz="1400" b="1" i="1" err="1"/>
              <a:t>anonymization</a:t>
            </a:r>
            <a:r>
              <a:rPr lang="es-ES" sz="1400" b="1" i="1"/>
              <a:t> </a:t>
            </a:r>
            <a:r>
              <a:rPr lang="es-ES" sz="1400" b="1" i="1" err="1"/>
              <a:t>networks</a:t>
            </a:r>
            <a:r>
              <a:rPr lang="es-ES" sz="1400" i="1"/>
              <a:t>» en </a:t>
            </a:r>
            <a:r>
              <a:rPr lang="es-ES" sz="1400" i="1" err="1"/>
              <a:t>Proceedings</a:t>
            </a:r>
            <a:r>
              <a:rPr lang="es-ES" sz="1400" i="1"/>
              <a:t> </a:t>
            </a:r>
            <a:r>
              <a:rPr lang="es-ES" sz="1400" i="1" err="1"/>
              <a:t>of</a:t>
            </a:r>
            <a:r>
              <a:rPr lang="es-ES" sz="1400" i="1"/>
              <a:t> </a:t>
            </a:r>
            <a:r>
              <a:rPr lang="es-ES" sz="1400" i="1" err="1"/>
              <a:t>the</a:t>
            </a:r>
            <a:r>
              <a:rPr lang="es-ES" sz="1400" i="1"/>
              <a:t> 10th </a:t>
            </a:r>
            <a:r>
              <a:rPr lang="es-ES" sz="1400" i="1" err="1"/>
              <a:t>Annual</a:t>
            </a:r>
            <a:r>
              <a:rPr lang="es-ES" sz="1400" i="1"/>
              <a:t> ACM Workshop </a:t>
            </a:r>
            <a:r>
              <a:rPr lang="es-ES" sz="1400" i="1" err="1"/>
              <a:t>on</a:t>
            </a:r>
            <a:r>
              <a:rPr lang="es-ES" sz="1400" i="1"/>
              <a:t> </a:t>
            </a:r>
            <a:r>
              <a:rPr lang="es-ES" sz="1400" i="1" err="1"/>
              <a:t>Privacy</a:t>
            </a:r>
            <a:r>
              <a:rPr lang="es-ES" sz="1400" i="1"/>
              <a:t> in </a:t>
            </a:r>
            <a:r>
              <a:rPr lang="es-ES" sz="1400" i="1" err="1"/>
              <a:t>the</a:t>
            </a:r>
            <a:r>
              <a:rPr lang="es-ES" sz="1400" i="1"/>
              <a:t> Electronic </a:t>
            </a:r>
            <a:r>
              <a:rPr lang="es-ES" sz="1400" i="1" err="1"/>
              <a:t>Society</a:t>
            </a:r>
            <a:r>
              <a:rPr lang="es-ES" sz="1400" i="1"/>
              <a:t>, New York, NY, USA, </a:t>
            </a:r>
            <a:r>
              <a:rPr lang="es-ES" sz="1400" i="1" err="1"/>
              <a:t>Association</a:t>
            </a:r>
            <a:r>
              <a:rPr lang="es-ES" sz="1400" i="1"/>
              <a:t> </a:t>
            </a:r>
            <a:r>
              <a:rPr lang="es-ES" sz="1400" i="1" err="1"/>
              <a:t>for</a:t>
            </a:r>
            <a:r>
              <a:rPr lang="es-ES" sz="1400" i="1"/>
              <a:t> Computing </a:t>
            </a:r>
            <a:r>
              <a:rPr lang="es-ES" sz="1400" i="1" err="1"/>
              <a:t>Machinery</a:t>
            </a:r>
            <a:r>
              <a:rPr lang="es-ES" sz="1400" i="1"/>
              <a:t>, 2011, pp. 103–114.</a:t>
            </a:r>
          </a:p>
          <a:p>
            <a:endParaRPr lang="es-ES" sz="1400" i="1"/>
          </a:p>
          <a:p>
            <a:r>
              <a:rPr lang="es-ES" sz="1400" i="1"/>
              <a:t>A. </a:t>
            </a:r>
            <a:r>
              <a:rPr lang="es-ES" sz="1400" i="1" err="1"/>
              <a:t>Panchenko</a:t>
            </a:r>
            <a:r>
              <a:rPr lang="es-ES" sz="1400" i="1"/>
              <a:t>, F. </a:t>
            </a:r>
            <a:r>
              <a:rPr lang="es-ES" sz="1400" i="1" err="1"/>
              <a:t>Lanze</a:t>
            </a:r>
            <a:r>
              <a:rPr lang="es-ES" sz="1400" i="1"/>
              <a:t>, J. </a:t>
            </a:r>
            <a:r>
              <a:rPr lang="es-ES" sz="1400" i="1" err="1"/>
              <a:t>Pennekamp</a:t>
            </a:r>
            <a:r>
              <a:rPr lang="es-ES" sz="1400" i="1"/>
              <a:t>, T. Engel, A. </a:t>
            </a:r>
            <a:r>
              <a:rPr lang="es-ES" sz="1400" i="1" err="1"/>
              <a:t>Zinnen</a:t>
            </a:r>
            <a:r>
              <a:rPr lang="es-ES" sz="1400" i="1"/>
              <a:t>, M. </a:t>
            </a:r>
            <a:r>
              <a:rPr lang="es-ES" sz="1400" i="1" err="1"/>
              <a:t>Henze</a:t>
            </a:r>
            <a:r>
              <a:rPr lang="es-ES" sz="1400" i="1"/>
              <a:t> y K. </a:t>
            </a:r>
            <a:r>
              <a:rPr lang="es-ES" sz="1400" i="1" err="1"/>
              <a:t>Wehrle</a:t>
            </a:r>
            <a:r>
              <a:rPr lang="es-ES" sz="1400" i="1"/>
              <a:t>, «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at Internet </a:t>
            </a:r>
            <a:r>
              <a:rPr lang="es-ES" sz="1400" b="1" i="1" err="1"/>
              <a:t>Scale</a:t>
            </a:r>
            <a:r>
              <a:rPr lang="es-ES" sz="1400" i="1"/>
              <a:t>» en </a:t>
            </a:r>
            <a:r>
              <a:rPr lang="es-ES" sz="1400" i="1" err="1"/>
              <a:t>Proceedings</a:t>
            </a:r>
            <a:r>
              <a:rPr lang="es-ES" sz="1400" i="1"/>
              <a:t> </a:t>
            </a:r>
            <a:r>
              <a:rPr lang="es-ES" sz="1400" i="1" err="1"/>
              <a:t>of</a:t>
            </a:r>
            <a:r>
              <a:rPr lang="es-ES" sz="1400" i="1"/>
              <a:t> </a:t>
            </a:r>
            <a:r>
              <a:rPr lang="es-ES" sz="1400" i="1" err="1"/>
              <a:t>the</a:t>
            </a:r>
            <a:r>
              <a:rPr lang="es-ES" sz="1400" i="1"/>
              <a:t> Network and </a:t>
            </a:r>
            <a:r>
              <a:rPr lang="es-ES" sz="1400" i="1" err="1"/>
              <a:t>Distributed</a:t>
            </a:r>
            <a:r>
              <a:rPr lang="es-ES" sz="1400" i="1"/>
              <a:t> </a:t>
            </a:r>
            <a:r>
              <a:rPr lang="es-ES" sz="1400" i="1" err="1"/>
              <a:t>System</a:t>
            </a:r>
            <a:r>
              <a:rPr lang="es-ES" sz="1400" i="1"/>
              <a:t> Security </a:t>
            </a:r>
            <a:r>
              <a:rPr lang="es-ES" sz="1400" i="1" err="1"/>
              <a:t>Symposium</a:t>
            </a:r>
            <a:r>
              <a:rPr lang="es-ES" sz="1400" i="1"/>
              <a:t> (NDSS), San Diego, CA, USA, Internet </a:t>
            </a:r>
            <a:r>
              <a:rPr lang="es-ES" sz="1400" i="1" err="1"/>
              <a:t>Society</a:t>
            </a:r>
            <a:r>
              <a:rPr lang="es-ES" sz="1400" i="1"/>
              <a:t>, feb. 2016, vol. 1, p. 23477.</a:t>
            </a:r>
          </a:p>
          <a:p>
            <a:endParaRPr lang="es-ES" sz="1400" i="1"/>
          </a:p>
          <a:p>
            <a:r>
              <a:rPr lang="es-ES" sz="1400" i="1"/>
              <a:t>J. Hayes y G. </a:t>
            </a:r>
            <a:r>
              <a:rPr lang="es-ES" sz="1400" i="1" err="1"/>
              <a:t>Danezis</a:t>
            </a:r>
            <a:r>
              <a:rPr lang="es-ES" sz="1400" i="1"/>
              <a:t>, «</a:t>
            </a:r>
            <a:r>
              <a:rPr lang="es-ES" sz="1400" b="1" i="1"/>
              <a:t>k-</a:t>
            </a:r>
            <a:r>
              <a:rPr lang="es-ES" sz="1400" b="1" i="1" err="1"/>
              <a:t>fingerprinting</a:t>
            </a:r>
            <a:r>
              <a:rPr lang="es-ES" sz="1400" b="1" i="1"/>
              <a:t>: a </a:t>
            </a:r>
            <a:r>
              <a:rPr lang="es-ES" sz="1400" b="1" i="1" err="1"/>
              <a:t>robust</a:t>
            </a:r>
            <a:r>
              <a:rPr lang="es-ES" sz="1400" b="1" i="1"/>
              <a:t> </a:t>
            </a:r>
            <a:r>
              <a:rPr lang="es-ES" sz="1400" b="1" i="1" err="1"/>
              <a:t>scalable</a:t>
            </a:r>
            <a:r>
              <a:rPr lang="es-ES" sz="1400" b="1" i="1"/>
              <a:t> 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technique</a:t>
            </a:r>
            <a:r>
              <a:rPr lang="es-ES" sz="1400" i="1"/>
              <a:t>» en </a:t>
            </a:r>
            <a:r>
              <a:rPr lang="es-ES" sz="1400" i="1" err="1"/>
              <a:t>Proceedings</a:t>
            </a:r>
            <a:r>
              <a:rPr lang="es-ES" sz="1400" i="1"/>
              <a:t> </a:t>
            </a:r>
            <a:r>
              <a:rPr lang="es-ES" sz="1400" i="1" err="1"/>
              <a:t>of</a:t>
            </a:r>
            <a:r>
              <a:rPr lang="es-ES" sz="1400" i="1"/>
              <a:t> </a:t>
            </a:r>
            <a:r>
              <a:rPr lang="es-ES" sz="1400" i="1" err="1"/>
              <a:t>the</a:t>
            </a:r>
            <a:r>
              <a:rPr lang="es-ES" sz="1400" i="1"/>
              <a:t> 25th USENIX Security </a:t>
            </a:r>
            <a:r>
              <a:rPr lang="es-ES" sz="1400" i="1" err="1"/>
              <a:t>Symposium</a:t>
            </a:r>
            <a:r>
              <a:rPr lang="es-ES" sz="1400" i="1"/>
              <a:t>, Austin, TX, USA, USENIX </a:t>
            </a:r>
            <a:r>
              <a:rPr lang="es-ES" sz="1400" i="1" err="1"/>
              <a:t>Association</a:t>
            </a:r>
            <a:r>
              <a:rPr lang="es-ES" sz="1400" i="1"/>
              <a:t>, 2016, pp. 1187–1203.</a:t>
            </a:r>
          </a:p>
          <a:p>
            <a:endParaRPr lang="es-ES" sz="1400" i="1"/>
          </a:p>
          <a:p>
            <a:r>
              <a:rPr lang="es-ES" sz="1400" i="1"/>
              <a:t>Y. Zhao, X. Ma, J. Li, S. </a:t>
            </a:r>
            <a:r>
              <a:rPr lang="es-ES" sz="1400" i="1" err="1"/>
              <a:t>Yu</a:t>
            </a:r>
            <a:r>
              <a:rPr lang="es-ES" sz="1400" i="1"/>
              <a:t> y W. Li, «</a:t>
            </a:r>
            <a:r>
              <a:rPr lang="es-ES" sz="1400" b="1" i="1" err="1"/>
              <a:t>Revisiting</a:t>
            </a:r>
            <a:r>
              <a:rPr lang="es-ES" sz="1400" b="1" i="1"/>
              <a:t> 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Attacks</a:t>
            </a:r>
            <a:r>
              <a:rPr lang="es-ES" sz="1400" b="1" i="1"/>
              <a:t> in Real-</a:t>
            </a:r>
            <a:r>
              <a:rPr lang="es-ES" sz="1400" b="1" i="1" err="1"/>
              <a:t>World</a:t>
            </a:r>
            <a:r>
              <a:rPr lang="es-ES" sz="1400" b="1" i="1"/>
              <a:t> </a:t>
            </a:r>
            <a:r>
              <a:rPr lang="es-ES" sz="1400" b="1" i="1" err="1"/>
              <a:t>Scenarios</a:t>
            </a:r>
            <a:r>
              <a:rPr lang="es-ES" sz="1400" b="1" i="1"/>
              <a:t>: A Case </a:t>
            </a:r>
            <a:r>
              <a:rPr lang="es-ES" sz="1400" b="1" i="1" err="1"/>
              <a:t>Study</a:t>
            </a:r>
            <a:r>
              <a:rPr lang="es-ES" sz="1400" b="1" i="1"/>
              <a:t> </a:t>
            </a:r>
            <a:r>
              <a:rPr lang="es-ES" sz="1400" b="1" i="1" err="1"/>
              <a:t>of</a:t>
            </a:r>
            <a:r>
              <a:rPr lang="es-ES" sz="1400" b="1" i="1"/>
              <a:t> </a:t>
            </a:r>
            <a:r>
              <a:rPr lang="es-ES" sz="1400" b="1" i="1" err="1"/>
              <a:t>Shadowsocks</a:t>
            </a:r>
            <a:r>
              <a:rPr lang="es-ES" sz="1400" i="1"/>
              <a:t>» en Network and </a:t>
            </a:r>
            <a:r>
              <a:rPr lang="es-ES" sz="1400" i="1" err="1"/>
              <a:t>System</a:t>
            </a:r>
            <a:r>
              <a:rPr lang="es-ES" sz="1400" i="1"/>
              <a:t> Security, M. H. Au, S. M. </a:t>
            </a:r>
            <a:r>
              <a:rPr lang="es-ES" sz="1400" i="1" err="1"/>
              <a:t>Yiu</a:t>
            </a:r>
            <a:r>
              <a:rPr lang="es-ES" sz="1400" i="1"/>
              <a:t>, J. Li, X. </a:t>
            </a:r>
            <a:r>
              <a:rPr lang="es-ES" sz="1400" i="1" err="1"/>
              <a:t>Luo</a:t>
            </a:r>
            <a:r>
              <a:rPr lang="es-ES" sz="1400" i="1"/>
              <a:t>, C. Wang, A. Castiglione y K. </a:t>
            </a:r>
            <a:r>
              <a:rPr lang="es-ES" sz="1400" i="1" err="1"/>
              <a:t>Kluczniak</a:t>
            </a:r>
            <a:r>
              <a:rPr lang="es-ES" sz="1400" i="1"/>
              <a:t>, Eds., Cham, Springer International Publishing, 2018, pp. 319–336.</a:t>
            </a:r>
          </a:p>
        </p:txBody>
      </p:sp>
    </p:spTree>
    <p:extLst>
      <p:ext uri="{BB962C8B-B14F-4D97-AF65-F5344CB8AC3E}">
        <p14:creationId xmlns:p14="http://schemas.microsoft.com/office/powerpoint/2010/main" val="1636012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15557B-90F4-0978-D7C2-5421AA37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00C317D-207F-D38D-AF01-11CEE0D6C32A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X – Estado del arte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4C1C13-BD8D-88DE-FF77-9AA8F4CAE126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D686257-8F1D-2E3D-CEDD-2F665A6101D7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82BF3A-7129-2065-0303-E8E1E2A12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EBF0F-C363-00DC-55DB-E9058E40C101}"/>
              </a:ext>
            </a:extLst>
          </p:cNvPr>
          <p:cNvSpPr txBox="1"/>
          <p:nvPr/>
        </p:nvSpPr>
        <p:spPr>
          <a:xfrm>
            <a:off x="388881" y="1499040"/>
            <a:ext cx="1141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Dos tendencias claras: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8140FAF-F3C4-A9CA-77A7-945EE23E8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595" y="2691653"/>
            <a:ext cx="2160000" cy="216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8377A8B-0C99-DB14-CECC-4C958A46DE1C}"/>
              </a:ext>
            </a:extLst>
          </p:cNvPr>
          <p:cNvSpPr txBox="1"/>
          <p:nvPr/>
        </p:nvSpPr>
        <p:spPr>
          <a:xfrm>
            <a:off x="678428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profundo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2575C67-EBAB-0E42-60EA-6EC105A64D4E}"/>
              </a:ext>
            </a:extLst>
          </p:cNvPr>
          <p:cNvSpPr txBox="1"/>
          <p:nvPr/>
        </p:nvSpPr>
        <p:spPr>
          <a:xfrm>
            <a:off x="1499446" y="2755990"/>
            <a:ext cx="5537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Extracción de características mediante algoritmos de aprendizaje profundo (CNN, LSTM…)</a:t>
            </a:r>
          </a:p>
          <a:p>
            <a:endParaRPr lang="es-ES"/>
          </a:p>
          <a:p>
            <a:r>
              <a:rPr lang="es-ES"/>
              <a:t>Caja negra, poca o nula interpretabilidad</a:t>
            </a:r>
          </a:p>
          <a:p>
            <a:endParaRPr lang="es-ES"/>
          </a:p>
          <a:p>
            <a:r>
              <a:rPr lang="es-ES"/>
              <a:t>Complejidad computacional</a:t>
            </a:r>
          </a:p>
          <a:p>
            <a:endParaRPr lang="es-ES"/>
          </a:p>
          <a:p>
            <a:r>
              <a:rPr lang="es-ES"/>
              <a:t>Se necesitan muchos datos</a:t>
            </a:r>
          </a:p>
        </p:txBody>
      </p:sp>
    </p:spTree>
    <p:extLst>
      <p:ext uri="{BB962C8B-B14F-4D97-AF65-F5344CB8AC3E}">
        <p14:creationId xmlns:p14="http://schemas.microsoft.com/office/powerpoint/2010/main" val="2209940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88D083-5618-41D8-B755-DBD63BB6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4F06610-1379-5350-8C5D-0FE119A13C19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X – Estado del arte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934C98-4823-8E68-3092-7AAB27E94C92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794B983-AC62-E0BF-FAE6-6BE5DAD44014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9B9C4B-EB27-A5FB-841E-ED21B4804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6D8EB7A-F657-DCEC-3220-44443DEF57B6}"/>
              </a:ext>
            </a:extLst>
          </p:cNvPr>
          <p:cNvSpPr txBox="1"/>
          <p:nvPr/>
        </p:nvSpPr>
        <p:spPr>
          <a:xfrm>
            <a:off x="388881" y="1499040"/>
            <a:ext cx="1141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Dos tendencias claras: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98BEE5C-30EB-9A98-77EC-52C2AC208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595" y="2691653"/>
            <a:ext cx="2160000" cy="216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9AE9801-094F-FAC2-5030-991C137BFC8E}"/>
              </a:ext>
            </a:extLst>
          </p:cNvPr>
          <p:cNvSpPr txBox="1"/>
          <p:nvPr/>
        </p:nvSpPr>
        <p:spPr>
          <a:xfrm>
            <a:off x="6784289" y="4984376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Aprendizaje profundo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E009274-4358-BD1B-1E47-A8274D9F4DEA}"/>
              </a:ext>
            </a:extLst>
          </p:cNvPr>
          <p:cNvSpPr txBox="1"/>
          <p:nvPr/>
        </p:nvSpPr>
        <p:spPr>
          <a:xfrm>
            <a:off x="1481516" y="2274838"/>
            <a:ext cx="55378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/>
              <a:t>K. Abe y S. </a:t>
            </a:r>
            <a:r>
              <a:rPr lang="es-ES" sz="1400" i="1" err="1"/>
              <a:t>Goto</a:t>
            </a:r>
            <a:r>
              <a:rPr lang="es-ES" sz="1400" i="1"/>
              <a:t>, «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attack</a:t>
            </a:r>
            <a:r>
              <a:rPr lang="es-ES" sz="1400" b="1" i="1"/>
              <a:t> </a:t>
            </a:r>
            <a:r>
              <a:rPr lang="es-ES" sz="1400" b="1" i="1" err="1"/>
              <a:t>on</a:t>
            </a:r>
            <a:r>
              <a:rPr lang="es-ES" sz="1400" b="1" i="1"/>
              <a:t> Tor </a:t>
            </a:r>
            <a:r>
              <a:rPr lang="es-ES" sz="1400" b="1" i="1" err="1"/>
              <a:t>anonymity</a:t>
            </a:r>
            <a:r>
              <a:rPr lang="es-ES" sz="1400" b="1" i="1"/>
              <a:t> </a:t>
            </a:r>
            <a:r>
              <a:rPr lang="es-ES" sz="1400" b="1" i="1" err="1"/>
              <a:t>using</a:t>
            </a:r>
            <a:r>
              <a:rPr lang="es-ES" sz="1400" b="1" i="1"/>
              <a:t> </a:t>
            </a:r>
            <a:r>
              <a:rPr lang="es-ES" sz="1400" b="1" i="1" err="1"/>
              <a:t>deep</a:t>
            </a:r>
            <a:r>
              <a:rPr lang="es-ES" sz="1400" b="1" i="1"/>
              <a:t> </a:t>
            </a:r>
            <a:r>
              <a:rPr lang="es-ES" sz="1400" b="1" i="1" err="1"/>
              <a:t>learning</a:t>
            </a:r>
            <a:r>
              <a:rPr lang="es-ES" sz="1400" i="1"/>
              <a:t>,» en </a:t>
            </a:r>
            <a:r>
              <a:rPr lang="es-ES" sz="1400" i="1" err="1"/>
              <a:t>Proceedings</a:t>
            </a:r>
            <a:r>
              <a:rPr lang="es-ES" sz="1400" i="1"/>
              <a:t> </a:t>
            </a:r>
            <a:r>
              <a:rPr lang="es-ES" sz="1400" i="1" err="1"/>
              <a:t>of</a:t>
            </a:r>
            <a:r>
              <a:rPr lang="es-ES" sz="1400" i="1"/>
              <a:t> </a:t>
            </a:r>
            <a:r>
              <a:rPr lang="es-ES" sz="1400" i="1" err="1"/>
              <a:t>the</a:t>
            </a:r>
            <a:r>
              <a:rPr lang="es-ES" sz="1400" i="1"/>
              <a:t> Asia-</a:t>
            </a:r>
            <a:r>
              <a:rPr lang="es-ES" sz="1400" i="1" err="1"/>
              <a:t>Pacific</a:t>
            </a:r>
            <a:r>
              <a:rPr lang="es-ES" sz="1400" i="1"/>
              <a:t> </a:t>
            </a:r>
            <a:r>
              <a:rPr lang="es-ES" sz="1400" i="1" err="1"/>
              <a:t>Advanced</a:t>
            </a:r>
            <a:r>
              <a:rPr lang="es-ES" sz="1400" i="1"/>
              <a:t> Network, vol. 42, 2016, pp. 15–20.</a:t>
            </a:r>
          </a:p>
          <a:p>
            <a:endParaRPr lang="es-ES" sz="1400" i="1"/>
          </a:p>
          <a:p>
            <a:r>
              <a:rPr lang="es-ES" sz="1400" i="1"/>
              <a:t>V. </a:t>
            </a:r>
            <a:r>
              <a:rPr lang="es-ES" sz="1400" i="1" err="1"/>
              <a:t>Rimmer</a:t>
            </a:r>
            <a:r>
              <a:rPr lang="es-ES" sz="1400" i="1"/>
              <a:t>, D. </a:t>
            </a:r>
            <a:r>
              <a:rPr lang="es-ES" sz="1400" i="1" err="1"/>
              <a:t>Preuveneers</a:t>
            </a:r>
            <a:r>
              <a:rPr lang="es-ES" sz="1400" i="1"/>
              <a:t>, M. Juárez, T. Van </a:t>
            </a:r>
            <a:r>
              <a:rPr lang="es-ES" sz="1400" i="1" err="1"/>
              <a:t>Goethem</a:t>
            </a:r>
            <a:r>
              <a:rPr lang="es-ES" sz="1400" i="1"/>
              <a:t> y W. </a:t>
            </a:r>
            <a:r>
              <a:rPr lang="es-ES" sz="1400" i="1" err="1"/>
              <a:t>Joosen</a:t>
            </a:r>
            <a:r>
              <a:rPr lang="es-ES" sz="1400" i="1"/>
              <a:t>, «</a:t>
            </a:r>
            <a:r>
              <a:rPr lang="es-ES" sz="1400" b="1" i="1" err="1"/>
              <a:t>Automated</a:t>
            </a:r>
            <a:r>
              <a:rPr lang="es-ES" sz="1400" b="1" i="1"/>
              <a:t> 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through</a:t>
            </a:r>
            <a:r>
              <a:rPr lang="es-ES" sz="1400" b="1" i="1"/>
              <a:t> Deep </a:t>
            </a:r>
            <a:r>
              <a:rPr lang="es-ES" sz="1400" b="1" i="1" err="1"/>
              <a:t>Learning</a:t>
            </a:r>
            <a:r>
              <a:rPr lang="es-ES" sz="1400" i="1"/>
              <a:t>,» en </a:t>
            </a:r>
            <a:r>
              <a:rPr lang="es-ES" sz="1400" i="1" err="1"/>
              <a:t>Proceedings</a:t>
            </a:r>
            <a:r>
              <a:rPr lang="es-ES" sz="1400" i="1"/>
              <a:t> </a:t>
            </a:r>
            <a:r>
              <a:rPr lang="es-ES" sz="1400" i="1" err="1"/>
              <a:t>of</a:t>
            </a:r>
            <a:r>
              <a:rPr lang="es-ES" sz="1400" i="1"/>
              <a:t> </a:t>
            </a:r>
            <a:r>
              <a:rPr lang="es-ES" sz="1400" i="1" err="1"/>
              <a:t>the</a:t>
            </a:r>
            <a:r>
              <a:rPr lang="es-ES" sz="1400" i="1"/>
              <a:t> 25th Network and </a:t>
            </a:r>
            <a:r>
              <a:rPr lang="es-ES" sz="1400" i="1" err="1"/>
              <a:t>Distributed</a:t>
            </a:r>
            <a:r>
              <a:rPr lang="es-ES" sz="1400" i="1"/>
              <a:t> </a:t>
            </a:r>
            <a:r>
              <a:rPr lang="es-ES" sz="1400" i="1" err="1"/>
              <a:t>System</a:t>
            </a:r>
            <a:r>
              <a:rPr lang="es-ES" sz="1400" i="1"/>
              <a:t> Security </a:t>
            </a:r>
            <a:r>
              <a:rPr lang="es-ES" sz="1400" i="1" err="1"/>
              <a:t>Symposium</a:t>
            </a:r>
            <a:r>
              <a:rPr lang="es-ES" sz="1400" i="1"/>
              <a:t> (NDSS), San Diego, CA, USA, Internet </a:t>
            </a:r>
            <a:r>
              <a:rPr lang="es-ES" sz="1400" i="1" err="1"/>
              <a:t>Society</a:t>
            </a:r>
            <a:r>
              <a:rPr lang="es-ES" sz="1400" i="1"/>
              <a:t>, 2018.</a:t>
            </a:r>
          </a:p>
          <a:p>
            <a:endParaRPr lang="es-ES" sz="1400" i="1"/>
          </a:p>
          <a:p>
            <a:r>
              <a:rPr lang="es-ES" sz="1400" i="1"/>
              <a:t>M. </a:t>
            </a:r>
            <a:r>
              <a:rPr lang="es-ES" sz="1400" i="1" err="1"/>
              <a:t>Guo</a:t>
            </a:r>
            <a:r>
              <a:rPr lang="es-ES" sz="1400" i="1"/>
              <a:t> y J. </a:t>
            </a:r>
            <a:r>
              <a:rPr lang="es-ES" sz="1400" i="1" err="1"/>
              <a:t>Fei</a:t>
            </a:r>
            <a:r>
              <a:rPr lang="es-ES" sz="1400" i="1"/>
              <a:t>, «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Attacks</a:t>
            </a:r>
            <a:r>
              <a:rPr lang="es-ES" sz="1400" b="1" i="1"/>
              <a:t> </a:t>
            </a:r>
            <a:r>
              <a:rPr lang="es-ES" sz="1400" b="1" i="1" err="1"/>
              <a:t>Based</a:t>
            </a:r>
            <a:r>
              <a:rPr lang="es-ES" sz="1400" b="1" i="1"/>
              <a:t> </a:t>
            </a:r>
            <a:r>
              <a:rPr lang="es-ES" sz="1400" b="1" i="1" err="1"/>
              <a:t>on</a:t>
            </a:r>
            <a:r>
              <a:rPr lang="es-ES" sz="1400" b="1" i="1"/>
              <a:t> </a:t>
            </a:r>
            <a:r>
              <a:rPr lang="es-ES" sz="1400" b="1" i="1" err="1"/>
              <a:t>Homology</a:t>
            </a:r>
            <a:r>
              <a:rPr lang="es-ES" sz="1400" b="1" i="1"/>
              <a:t> </a:t>
            </a:r>
            <a:r>
              <a:rPr lang="es-ES" sz="1400" b="1" i="1" err="1"/>
              <a:t>Analysis</a:t>
            </a:r>
            <a:r>
              <a:rPr lang="es-ES" sz="1400" i="1"/>
              <a:t>,» en Security and </a:t>
            </a:r>
            <a:r>
              <a:rPr lang="es-ES" sz="1400" i="1" err="1"/>
              <a:t>Communication</a:t>
            </a:r>
            <a:r>
              <a:rPr lang="es-ES" sz="1400" i="1"/>
              <a:t> Networks, vol. 2021, p. 6070451, </a:t>
            </a:r>
            <a:r>
              <a:rPr lang="es-ES" sz="1400" i="1" err="1"/>
              <a:t>Hindawi</a:t>
            </a:r>
            <a:r>
              <a:rPr lang="es-ES" sz="1400" i="1"/>
              <a:t>, 2021.</a:t>
            </a:r>
          </a:p>
          <a:p>
            <a:endParaRPr lang="es-ES" sz="1400" i="1"/>
          </a:p>
          <a:p>
            <a:r>
              <a:rPr lang="es-ES" sz="1400" i="1"/>
              <a:t>Q. Zhou, L. Wang, H. Zhu y T. Lu, «</a:t>
            </a:r>
            <a:r>
              <a:rPr lang="es-ES" sz="1400" b="1" i="1" err="1"/>
              <a:t>Few-shot</a:t>
            </a:r>
            <a:r>
              <a:rPr lang="es-ES" sz="1400" b="1" i="1"/>
              <a:t> </a:t>
            </a:r>
            <a:r>
              <a:rPr lang="es-ES" sz="1400" b="1" i="1" err="1"/>
              <a:t>website</a:t>
            </a:r>
            <a:r>
              <a:rPr lang="es-ES" sz="1400" b="1" i="1"/>
              <a:t> </a:t>
            </a:r>
            <a:r>
              <a:rPr lang="es-ES" sz="1400" b="1" i="1" err="1"/>
              <a:t>fingerprinting</a:t>
            </a:r>
            <a:r>
              <a:rPr lang="es-ES" sz="1400" b="1" i="1"/>
              <a:t> </a:t>
            </a:r>
            <a:r>
              <a:rPr lang="es-ES" sz="1400" b="1" i="1" err="1"/>
              <a:t>attack</a:t>
            </a:r>
            <a:r>
              <a:rPr lang="es-ES" sz="1400" b="1" i="1"/>
              <a:t> </a:t>
            </a:r>
            <a:r>
              <a:rPr lang="es-ES" sz="1400" b="1" i="1" err="1"/>
              <a:t>with</a:t>
            </a:r>
            <a:r>
              <a:rPr lang="es-ES" sz="1400" b="1" i="1"/>
              <a:t> </a:t>
            </a:r>
            <a:r>
              <a:rPr lang="es-ES" sz="1400" b="1" i="1" err="1"/>
              <a:t>cluster</a:t>
            </a:r>
            <a:r>
              <a:rPr lang="es-ES" sz="1400" b="1" i="1"/>
              <a:t> </a:t>
            </a:r>
            <a:r>
              <a:rPr lang="es-ES" sz="1400" b="1" i="1" err="1"/>
              <a:t>adaptation</a:t>
            </a:r>
            <a:r>
              <a:rPr lang="es-ES" sz="1400" i="1"/>
              <a:t>,» en </a:t>
            </a:r>
            <a:r>
              <a:rPr lang="es-ES" sz="1400" i="1" err="1"/>
              <a:t>Computer</a:t>
            </a:r>
            <a:r>
              <a:rPr lang="es-ES" sz="1400" i="1"/>
              <a:t> Networks, vol. 229, p. 109780, Elsevier, 2023.</a:t>
            </a:r>
          </a:p>
        </p:txBody>
      </p:sp>
    </p:spTree>
    <p:extLst>
      <p:ext uri="{BB962C8B-B14F-4D97-AF65-F5344CB8AC3E}">
        <p14:creationId xmlns:p14="http://schemas.microsoft.com/office/powerpoint/2010/main" val="70672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FD58-99BB-6C74-7273-872F359F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E7D5B92-E0F8-0D22-E853-8B092BEF4436}"/>
              </a:ext>
            </a:extLst>
          </p:cNvPr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2 – Escenario y metodología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0E5E568-4DF3-4F72-E041-ED264A99A0EF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25CFE5-D778-4481-4461-268177952469}"/>
              </a:ext>
            </a:extLst>
          </p:cNvPr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DB2EF39-CFAC-AEA6-AC56-D457658DF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78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DD63-87DB-6409-DDE8-DB964EA4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B21370F-4FB6-52B5-1CEE-1F563BB30E2B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2.1 – Generación de páginas web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B0831E-FF89-3568-CC43-2AB5AEA74A2B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A93CE3F-CF7A-AAAB-0A0C-552913A34D83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572D11-577F-6252-65FC-A17EB9BF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36A96A9-5F33-E153-654B-80641261F53F}"/>
              </a:ext>
            </a:extLst>
          </p:cNvPr>
          <p:cNvSpPr txBox="1"/>
          <p:nvPr/>
        </p:nvSpPr>
        <p:spPr>
          <a:xfrm>
            <a:off x="336330" y="1499040"/>
            <a:ext cx="8418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Con el fin de tener </a:t>
            </a:r>
            <a:r>
              <a:rPr lang="es-ES" b="1"/>
              <a:t>páginas similares </a:t>
            </a:r>
            <a:r>
              <a:rPr lang="es-ES"/>
              <a:t>se propone un escenario donde las páginas tienen el </a:t>
            </a:r>
            <a:r>
              <a:rPr lang="es-ES" b="1"/>
              <a:t>mismo tamaño total </a:t>
            </a:r>
            <a:r>
              <a:rPr lang="es-ES"/>
              <a:t>pero distinto número de recursos.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D585DE-BA70-D9D1-1297-DE312A8B77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" t="6694" r="5330"/>
          <a:stretch>
            <a:fillRect/>
          </a:stretch>
        </p:blipFill>
        <p:spPr bwMode="auto">
          <a:xfrm>
            <a:off x="3021072" y="2740521"/>
            <a:ext cx="6149855" cy="36175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1097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DC71-EC10-41B3-CAF6-D47FC6B5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0CEA9B3-9AED-EABB-8D48-ACAE2D2740C3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2.1 – Generación de páginas web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EE357CD-2BF1-DF37-EF7D-D12C215A249A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4F1C85C-C71E-D5CE-C091-BB83ABB8F72B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BEA0748-CF25-30A0-E4C2-A23B3707A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B594EEF-219B-E75E-FBAC-6991405C0097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Para crear el modelo de páginas se utilizan datos reales obtenidos de </a:t>
            </a:r>
            <a:r>
              <a:rPr lang="es-ES" b="1"/>
              <a:t>HTTP Archive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13611D0-6B77-FC31-1CB7-1545567AD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599806"/>
              </p:ext>
            </p:extLst>
          </p:nvPr>
        </p:nvGraphicFramePr>
        <p:xfrm>
          <a:off x="3282696" y="2144947"/>
          <a:ext cx="5626605" cy="20932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8474">
                  <a:extLst>
                    <a:ext uri="{9D8B030D-6E8A-4147-A177-3AD203B41FA5}">
                      <a16:colId xmlns:a16="http://schemas.microsoft.com/office/drawing/2014/main" val="3735025209"/>
                    </a:ext>
                  </a:extLst>
                </a:gridCol>
                <a:gridCol w="2056877">
                  <a:extLst>
                    <a:ext uri="{9D8B030D-6E8A-4147-A177-3AD203B41FA5}">
                      <a16:colId xmlns:a16="http://schemas.microsoft.com/office/drawing/2014/main" val="3981071396"/>
                    </a:ext>
                  </a:extLst>
                </a:gridCol>
                <a:gridCol w="2341254">
                  <a:extLst>
                    <a:ext uri="{9D8B030D-6E8A-4147-A177-3AD203B41FA5}">
                      <a16:colId xmlns:a16="http://schemas.microsoft.com/office/drawing/2014/main" val="2317375132"/>
                    </a:ext>
                  </a:extLst>
                </a:gridCol>
              </a:tblGrid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Tamaño total en KB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Tamaño del </a:t>
                      </a:r>
                      <a:r>
                        <a:rPr lang="es-ES" sz="1400" err="1">
                          <a:effectLst/>
                        </a:rPr>
                        <a:t>html</a:t>
                      </a:r>
                      <a:r>
                        <a:rPr lang="es-ES" sz="1400">
                          <a:effectLst/>
                        </a:rPr>
                        <a:t> en KB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5741756"/>
                  </a:ext>
                </a:extLst>
              </a:tr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Percentil 10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607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1644875"/>
                  </a:ext>
                </a:extLst>
              </a:tr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Percentil 25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1372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14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3496774"/>
                  </a:ext>
                </a:extLst>
              </a:tr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Percentil 50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2678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34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9828476"/>
                  </a:ext>
                </a:extLst>
              </a:tr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Percentil 75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5375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75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1047596"/>
                  </a:ext>
                </a:extLst>
              </a:tr>
              <a:tr h="348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Percentil 90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11171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151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710709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271AF17-A2A2-63E4-3CBF-D88D72E34933}"/>
              </a:ext>
            </a:extLst>
          </p:cNvPr>
          <p:cNvSpPr txBox="1"/>
          <p:nvPr/>
        </p:nvSpPr>
        <p:spPr>
          <a:xfrm>
            <a:off x="1432111" y="4458938"/>
            <a:ext cx="932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Distribución del tamaño total de la página y del tamaño del HTML.</a:t>
            </a:r>
          </a:p>
          <a:p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4BED2DC-F106-9EC4-42AB-D2C3FFB61BF5}"/>
              </a:ext>
            </a:extLst>
          </p:cNvPr>
          <p:cNvSpPr txBox="1"/>
          <p:nvPr/>
        </p:nvSpPr>
        <p:spPr>
          <a:xfrm>
            <a:off x="2187386" y="4782103"/>
            <a:ext cx="781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/>
              <a:t>Fuente: </a:t>
            </a:r>
            <a:r>
              <a:rPr lang="es-ES" sz="1400">
                <a:hlinkClick r:id="rId4"/>
              </a:rPr>
              <a:t>https://httparchive.org/reports/page-weight</a:t>
            </a:r>
            <a:r>
              <a:rPr lang="es-ES" sz="1400"/>
              <a:t> 01-01-2025 </a:t>
            </a:r>
            <a:r>
              <a:rPr lang="es-ES" sz="1400" i="1"/>
              <a:t>desktop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1148295-CFEA-1201-451E-F23D0296CE3B}"/>
              </a:ext>
            </a:extLst>
          </p:cNvPr>
          <p:cNvSpPr txBox="1"/>
          <p:nvPr/>
        </p:nvSpPr>
        <p:spPr>
          <a:xfrm>
            <a:off x="336329" y="5228364"/>
            <a:ext cx="8418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Generamos </a:t>
            </a:r>
            <a:r>
              <a:rPr lang="es-ES" b="1"/>
              <a:t>10 escenarios </a:t>
            </a:r>
            <a:r>
              <a:rPr lang="es-ES"/>
              <a:t>con distintos tamaños de páginas.</a:t>
            </a:r>
          </a:p>
          <a:p>
            <a:endParaRPr lang="es-ES"/>
          </a:p>
          <a:p>
            <a:r>
              <a:rPr lang="es-ES"/>
              <a:t>Cada escenario tiene </a:t>
            </a:r>
            <a:r>
              <a:rPr lang="es-ES" b="1"/>
              <a:t>30 páginas web </a:t>
            </a:r>
            <a:r>
              <a:rPr lang="es-ES"/>
              <a:t>con un número de </a:t>
            </a:r>
            <a:r>
              <a:rPr lang="es-ES" b="1"/>
              <a:t>recursos en el rango 5-64</a:t>
            </a:r>
          </a:p>
        </p:txBody>
      </p:sp>
    </p:spTree>
    <p:extLst>
      <p:ext uri="{BB962C8B-B14F-4D97-AF65-F5344CB8AC3E}">
        <p14:creationId xmlns:p14="http://schemas.microsoft.com/office/powerpoint/2010/main" val="4256054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3A80-EC6A-E6F1-7913-A5293323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DB73F7E-F696-61CC-0AEF-10088C86CAA5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2.2 – Modelo de amenaza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4704F0-9C88-D97D-AAC2-1CDEB8B01908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443A2D5-7FA1-F708-E954-DB47D76DBC1C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31BA373-FC2F-8A54-85D8-3F7C0C297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E4E38B-FC36-75A7-FF1E-14F3C35031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7231" b="12493"/>
          <a:stretch>
            <a:fillRect/>
          </a:stretch>
        </p:blipFill>
        <p:spPr bwMode="auto">
          <a:xfrm>
            <a:off x="336331" y="1767134"/>
            <a:ext cx="7134225" cy="43115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7C2734F-FE0E-8549-8E72-21E67C41E683}"/>
              </a:ext>
            </a:extLst>
          </p:cNvPr>
          <p:cNvSpPr txBox="1"/>
          <p:nvPr/>
        </p:nvSpPr>
        <p:spPr>
          <a:xfrm>
            <a:off x="7727577" y="2690336"/>
            <a:ext cx="4374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Atacante </a:t>
            </a:r>
            <a:r>
              <a:rPr lang="es-ES" b="1"/>
              <a:t>local </a:t>
            </a:r>
            <a:r>
              <a:rPr lang="es-ES"/>
              <a:t>y </a:t>
            </a:r>
            <a:r>
              <a:rPr lang="es-ES" b="1"/>
              <a:t>pasivo</a:t>
            </a:r>
            <a:r>
              <a:rPr lang="es-ES"/>
              <a:t>: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Visibilidad directa del tráfico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No interfiere ni modifica el tráfico</a:t>
            </a:r>
          </a:p>
        </p:txBody>
      </p:sp>
    </p:spTree>
    <p:extLst>
      <p:ext uri="{BB962C8B-B14F-4D97-AF65-F5344CB8AC3E}">
        <p14:creationId xmlns:p14="http://schemas.microsoft.com/office/powerpoint/2010/main" val="1404303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ACE5-7FF1-FF01-4908-7D4FBE66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124BF69-213F-2E5D-8D8A-127B72F62024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2.3 – Arquitectura de red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A959885-8129-FC93-5FE3-59955341B831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D9B7B23-021D-AF5E-92BF-A152FBD5D5F7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50E478C-8B19-A9DE-C1DD-9ECD1524D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097B475-C197-E284-54B4-7DA586442C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089" y="4387763"/>
            <a:ext cx="7695791" cy="201518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3CFB39-3883-94E3-ADB7-5BD9C12D4A61}"/>
              </a:ext>
            </a:extLst>
          </p:cNvPr>
          <p:cNvSpPr txBox="1"/>
          <p:nvPr/>
        </p:nvSpPr>
        <p:spPr>
          <a:xfrm>
            <a:off x="388881" y="1525441"/>
            <a:ext cx="50829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Escenario construido con </a:t>
            </a:r>
            <a:r>
              <a:rPr lang="es-ES" b="1"/>
              <a:t>Docker</a:t>
            </a:r>
          </a:p>
          <a:p>
            <a:endParaRPr lang="es-ES"/>
          </a:p>
          <a:p>
            <a:r>
              <a:rPr lang="es-ES"/>
              <a:t>Cliente: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Navega a sitios web (</a:t>
            </a:r>
            <a:r>
              <a:rPr lang="es-ES" err="1"/>
              <a:t>Selenium</a:t>
            </a:r>
            <a:r>
              <a:rPr lang="es-ES"/>
              <a:t> + Chrome)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Captura las trazas de tráfico (</a:t>
            </a:r>
            <a:r>
              <a:rPr lang="es-ES" err="1"/>
              <a:t>Tcpdump</a:t>
            </a:r>
            <a:r>
              <a:rPr lang="es-E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r>
              <a:rPr lang="es-ES"/>
              <a:t>Servidor: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Genera las páginas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Sirve las páginas web (</a:t>
            </a:r>
            <a:r>
              <a:rPr lang="es-ES" err="1"/>
              <a:t>Nginx</a:t>
            </a:r>
            <a:r>
              <a:rPr lang="es-E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45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0CC2E7-3D87-5108-5883-7C82EAF6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8F1012C-84D2-2DBB-0149-DF7FFA30DE87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2.x – Captura de las trazas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03168B-3F1E-5BA1-F9F1-E0D87AFC8412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CF825C6-ACBA-F401-F01F-31BDA5CE3961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FD9DAD-B2DD-241E-44B6-82BD88162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63049FA-1EA5-57CE-D613-A4B5054C72E1}"/>
              </a:ext>
            </a:extLst>
          </p:cNvPr>
          <p:cNvSpPr txBox="1"/>
          <p:nvPr/>
        </p:nvSpPr>
        <p:spPr>
          <a:xfrm>
            <a:off x="336330" y="1499040"/>
            <a:ext cx="841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Captura de las trazas en el cliente</a:t>
            </a:r>
          </a:p>
          <a:p>
            <a:endParaRPr lang="es-ES" b="1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2F5539-B4BA-E25A-663E-F468DEC470C1}"/>
              </a:ext>
            </a:extLst>
          </p:cNvPr>
          <p:cNvSpPr/>
          <p:nvPr/>
        </p:nvSpPr>
        <p:spPr>
          <a:xfrm>
            <a:off x="5470114" y="2117377"/>
            <a:ext cx="3532094" cy="34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Script Python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81F492-8085-E666-AF55-012E049C4ECB}"/>
              </a:ext>
            </a:extLst>
          </p:cNvPr>
          <p:cNvSpPr/>
          <p:nvPr/>
        </p:nvSpPr>
        <p:spPr>
          <a:xfrm>
            <a:off x="5470114" y="3002798"/>
            <a:ext cx="3532094" cy="34614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Configurar driver de </a:t>
            </a:r>
            <a:r>
              <a:rPr lang="es-ES" err="1"/>
              <a:t>Selenium</a:t>
            </a:r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994120-4A85-601D-8158-1461C4DBEF06}"/>
              </a:ext>
            </a:extLst>
          </p:cNvPr>
          <p:cNvSpPr/>
          <p:nvPr/>
        </p:nvSpPr>
        <p:spPr>
          <a:xfrm>
            <a:off x="3515808" y="4196953"/>
            <a:ext cx="3532094" cy="2902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Navegación a página X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D40CD20-28CC-3180-B118-EA8DAB993DCE}"/>
              </a:ext>
            </a:extLst>
          </p:cNvPr>
          <p:cNvSpPr/>
          <p:nvPr/>
        </p:nvSpPr>
        <p:spPr>
          <a:xfrm>
            <a:off x="7960452" y="4196953"/>
            <a:ext cx="3532094" cy="13248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Tcpdump</a:t>
            </a:r>
            <a:r>
              <a:rPr lang="es-ES"/>
              <a:t>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B7F3E3D-649B-4279-CBC6-AC1EDFD8987B}"/>
              </a:ext>
            </a:extLst>
          </p:cNvPr>
          <p:cNvSpPr/>
          <p:nvPr/>
        </p:nvSpPr>
        <p:spPr>
          <a:xfrm>
            <a:off x="3515808" y="5231532"/>
            <a:ext cx="3532094" cy="29027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document.readyState</a:t>
            </a:r>
            <a:endParaRPr lang="es-ES"/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C67795E2-3308-5F7E-D413-2294DA934B7E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5835003" y="2795795"/>
            <a:ext cx="848010" cy="1954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51FF90AD-2E17-7262-811D-8655AB80126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8057325" y="2527779"/>
            <a:ext cx="848010" cy="24903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82E95C0-3B43-9D45-9F41-720515DD145D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5281855" y="4487224"/>
            <a:ext cx="0" cy="74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C0F6850-0E1B-2D28-8135-1A2A89B2E9C5}"/>
              </a:ext>
            </a:extLst>
          </p:cNvPr>
          <p:cNvSpPr/>
          <p:nvPr/>
        </p:nvSpPr>
        <p:spPr>
          <a:xfrm>
            <a:off x="5470114" y="6120975"/>
            <a:ext cx="3532094" cy="290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Fin de la captura</a:t>
            </a:r>
          </a:p>
        </p:txBody>
      </p: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F1E2BC20-2134-A41D-A3D7-990ADF87E5B5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5959423" y="4844236"/>
            <a:ext cx="599171" cy="1954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655B4B73-8568-D778-9E57-C4E955C0308A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rot="5400000">
            <a:off x="8181744" y="4576220"/>
            <a:ext cx="599172" cy="2490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A8C6317-0536-1629-A034-0BAA3FCB6754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7236161" y="2463522"/>
            <a:ext cx="0" cy="53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C051AD2-8CC1-37BC-A174-4F72754C794A}"/>
              </a:ext>
            </a:extLst>
          </p:cNvPr>
          <p:cNvSpPr txBox="1"/>
          <p:nvPr/>
        </p:nvSpPr>
        <p:spPr>
          <a:xfrm>
            <a:off x="5275065" y="4635182"/>
            <a:ext cx="89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6 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646F41B-D690-4070-0DF9-1B78BA09D4F4}"/>
              </a:ext>
            </a:extLst>
          </p:cNvPr>
          <p:cNvSpPr txBox="1"/>
          <p:nvPr/>
        </p:nvSpPr>
        <p:spPr>
          <a:xfrm>
            <a:off x="5275064" y="5492670"/>
            <a:ext cx="89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2 s</a:t>
            </a:r>
          </a:p>
        </p:txBody>
      </p:sp>
    </p:spTree>
    <p:extLst>
      <p:ext uri="{BB962C8B-B14F-4D97-AF65-F5344CB8AC3E}">
        <p14:creationId xmlns:p14="http://schemas.microsoft.com/office/powerpoint/2010/main" val="1687234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A9B64A-A6D1-B8B2-DFA9-FF05BAC5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BCA3916-63FF-3A04-FD80-23F41888C2D4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2.4 – Procesamiento de las trazas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3F7B39-AA8B-69DF-684E-9B5FAB31AA9A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0E27FE5-1A22-3143-7791-F0DB35713768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6A4571D-28B6-ED5A-099E-1938C4C74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E30BC7D-949A-FB1E-D314-AFEF6D52AC2C}"/>
              </a:ext>
            </a:extLst>
          </p:cNvPr>
          <p:cNvSpPr txBox="1"/>
          <p:nvPr/>
        </p:nvSpPr>
        <p:spPr>
          <a:xfrm>
            <a:off x="336330" y="1499040"/>
            <a:ext cx="84187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b="1"/>
              <a:t>Filtrado de paquetes </a:t>
            </a:r>
            <a:r>
              <a:rPr lang="es-ES"/>
              <a:t>por IP origen y destino 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Obtención de la </a:t>
            </a:r>
            <a:r>
              <a:rPr lang="es-ES" b="1"/>
              <a:t>etiqueta</a:t>
            </a:r>
            <a:r>
              <a:rPr lang="es-ES"/>
              <a:t> de la clase </a:t>
            </a:r>
            <a:r>
              <a:rPr lang="es-ES" i="1"/>
              <a:t>&lt;</a:t>
            </a:r>
            <a:r>
              <a:rPr lang="es-ES" i="1" err="1"/>
              <a:t>label_size</a:t>
            </a:r>
            <a:r>
              <a:rPr lang="es-ES" i="1"/>
              <a:t>&gt;_&lt;</a:t>
            </a:r>
            <a:r>
              <a:rPr lang="es-ES" i="1" err="1"/>
              <a:t>label_imgs</a:t>
            </a:r>
            <a:r>
              <a:rPr lang="es-ES" i="1"/>
              <a:t>&gt;</a:t>
            </a:r>
          </a:p>
          <a:p>
            <a:pPr marL="342900" indent="-342900">
              <a:buFont typeface="+mj-lt"/>
              <a:buAutoNum type="arabicPeriod"/>
            </a:pPr>
            <a:endParaRPr lang="es-ES" i="1"/>
          </a:p>
          <a:p>
            <a:pPr marL="342900" indent="-342900">
              <a:buFont typeface="+mj-lt"/>
              <a:buAutoNum type="arabicPeriod"/>
            </a:pPr>
            <a:r>
              <a:rPr lang="es-ES"/>
              <a:t>Cálculo de </a:t>
            </a:r>
            <a:r>
              <a:rPr lang="es-ES" b="1"/>
              <a:t>metadatos</a:t>
            </a:r>
            <a:r>
              <a:rPr lang="es-ES"/>
              <a:t> del tráfico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 b="1"/>
              <a:t>Filtrado de trazas</a:t>
            </a:r>
            <a:r>
              <a:rPr lang="es-ES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/>
              <a:t>Poco tráfico significativo (</a:t>
            </a:r>
            <a:r>
              <a:rPr lang="es-ES" err="1"/>
              <a:t>n_paquetes</a:t>
            </a:r>
            <a:r>
              <a:rPr lang="es-ES"/>
              <a:t> &lt; 100)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/>
              <a:t>Trazas no completadas (</a:t>
            </a:r>
            <a:r>
              <a:rPr lang="es-ES" err="1"/>
              <a:t>volumen_entrante</a:t>
            </a:r>
            <a:r>
              <a:rPr lang="es-ES"/>
              <a:t> – </a:t>
            </a:r>
            <a:r>
              <a:rPr lang="es-ES" err="1"/>
              <a:t>label_size</a:t>
            </a:r>
            <a:r>
              <a:rPr lang="es-ES"/>
              <a:t> &lt; 0)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Construcción de la </a:t>
            </a:r>
            <a:r>
              <a:rPr lang="es-ES" b="1"/>
              <a:t>representación acumulativa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147BC40-19B8-3904-D024-1DACC7F6AE19}"/>
                  </a:ext>
                </a:extLst>
              </p:cNvPr>
              <p:cNvSpPr txBox="1"/>
              <p:nvPr/>
            </p:nvSpPr>
            <p:spPr>
              <a:xfrm>
                <a:off x="3048000" y="4991972"/>
                <a:ext cx="6096000" cy="890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,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s-ES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,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𝑝𝑎𝑟𝑎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=2,…,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𝑁</m:t>
                      </m:r>
                    </m:oMath>
                  </m:oMathPara>
                </a14:m>
                <a:endParaRPr lang="es-ES" sz="1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147BC40-19B8-3904-D024-1DACC7F6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991972"/>
                <a:ext cx="6096000" cy="890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3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9899-FFC2-9514-6EC9-CCAA6E7D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5EFFD46-58A8-7F1C-A92F-ADD38D2F076E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2.4 – Procesamiento de las trazas</a:t>
            </a:r>
            <a:endParaRPr lang="es-ES" sz="2800" b="1" baseline="-25000">
              <a:solidFill>
                <a:srgbClr val="C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5EDC45-526F-446E-EE6C-F9FF9BA51819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423148D-7ECB-4561-A0F4-07EA31030490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275C7B1-F637-164D-C3E8-EB3627BD7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3883C05-1806-1DF7-588A-186278BD26CF}"/>
              </a:ext>
            </a:extLst>
          </p:cNvPr>
          <p:cNvSpPr txBox="1"/>
          <p:nvPr/>
        </p:nvSpPr>
        <p:spPr>
          <a:xfrm>
            <a:off x="336330" y="1499040"/>
            <a:ext cx="84187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10 tamaños de página distintos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30 clases por cada tamaño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31 instancias por cada clase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104 características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/>
              <a:t>4 metadatos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/>
              <a:t>100 características de la secuencia acumulativa</a:t>
            </a:r>
          </a:p>
        </p:txBody>
      </p:sp>
    </p:spTree>
    <p:extLst>
      <p:ext uri="{BB962C8B-B14F-4D97-AF65-F5344CB8AC3E}">
        <p14:creationId xmlns:p14="http://schemas.microsoft.com/office/powerpoint/2010/main" val="349004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D9F5-66FD-3FEC-FA6F-5334FF0A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441817A-A7E3-8AA2-D847-8CF97DE48CA3}"/>
              </a:ext>
            </a:extLst>
          </p:cNvPr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3 – Marco experimental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1E68BE-878B-8FA2-4204-83D18FA4863D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AC9A74-0A17-5AC5-D720-D1D705C3A8B2}"/>
              </a:ext>
            </a:extLst>
          </p:cNvPr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E29E7E-CBC0-1973-C267-814AFE52A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65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5EE2-7C88-6AB8-140E-6B0F29CAD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C4F2EC-16D0-892A-6A83-C4CD4D2F6862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3 – Marco experimental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D5540F-03AA-409A-77BF-095D1043C35D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ECA1F40-A9B1-B4AD-CC8D-3B14B95C2210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B43F674-EC1C-451E-BBC4-DEA2779B8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3087F96-354F-93E1-E98A-2AA0F5B6AA56}"/>
              </a:ext>
            </a:extLst>
          </p:cNvPr>
          <p:cNvSpPr txBox="1"/>
          <p:nvPr/>
        </p:nvSpPr>
        <p:spPr>
          <a:xfrm>
            <a:off x="336330" y="1499040"/>
            <a:ext cx="11174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Evaluación de </a:t>
            </a:r>
            <a:r>
              <a:rPr lang="es-ES" b="1"/>
              <a:t>CUMUL</a:t>
            </a:r>
            <a:r>
              <a:rPr lang="es-ES"/>
              <a:t> (104 características + SVM con </a:t>
            </a:r>
            <a:r>
              <a:rPr lang="es-ES" err="1"/>
              <a:t>kernel</a:t>
            </a:r>
            <a:r>
              <a:rPr lang="es-ES"/>
              <a:t> RBF)</a:t>
            </a:r>
          </a:p>
          <a:p>
            <a:endParaRPr lang="es-ES"/>
          </a:p>
          <a:p>
            <a:r>
              <a:rPr lang="es-ES"/>
              <a:t>Evaluación de 3 configuraciones extra con RF:</a:t>
            </a:r>
          </a:p>
          <a:p>
            <a:endParaRPr lang="es-ES"/>
          </a:p>
          <a:p>
            <a:pPr marL="800100" lvl="1" indent="-342900">
              <a:buFont typeface="+mj-lt"/>
              <a:buAutoNum type="arabicPeriod"/>
            </a:pPr>
            <a:r>
              <a:rPr lang="es-ES"/>
              <a:t>Secuencia acumulativa + metadatos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/>
              <a:t>Solo metadatos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/>
              <a:t>Solo secuencia acumulativa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r>
              <a:rPr lang="es-ES" b="1"/>
              <a:t>Análisis de importancia </a:t>
            </a:r>
            <a:r>
              <a:rPr lang="es-ES"/>
              <a:t>para las 3 configuraciones con RF</a:t>
            </a:r>
          </a:p>
        </p:txBody>
      </p:sp>
    </p:spTree>
    <p:extLst>
      <p:ext uri="{BB962C8B-B14F-4D97-AF65-F5344CB8AC3E}">
        <p14:creationId xmlns:p14="http://schemas.microsoft.com/office/powerpoint/2010/main" val="3572636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047F-BDE0-7A1B-7D30-448EEE52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FCB93F2-597B-FB88-4587-4F4C44DF64B6}"/>
              </a:ext>
            </a:extLst>
          </p:cNvPr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4 – Análisis de resultados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82EFE4-4FB3-1A70-F826-D8C3E3CD6727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D357FC-6C9F-B206-024D-142E4A547508}"/>
              </a:ext>
            </a:extLst>
          </p:cNvPr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D2EF54-DAEB-7D2B-3C4D-85E2A6115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89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B4A1-626A-9629-EF1B-FF0CB571E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39B6013-98B3-EE79-E355-93A7EFD4DAC2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81181A-7F2B-DE5C-ACED-56F44F51F7FC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2576C1D-7D6E-369E-E5D3-3F766651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3736FB-9630-5F6C-471A-B6EB86424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359" y="1475796"/>
            <a:ext cx="9755281" cy="48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20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4E4C-D426-EACD-6611-6FA80BDD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A9E2AC5-D953-D904-DB31-E994BF42AEB1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DB38D3-0DF8-2F28-AA2E-2B1538B28648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F6BEBC-97D6-06DC-C339-EC1ABA6CB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2F510C3-2BE7-1F44-1BD9-0A33D9256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41889"/>
              </p:ext>
            </p:extLst>
          </p:nvPr>
        </p:nvGraphicFramePr>
        <p:xfrm>
          <a:off x="4161304" y="1663074"/>
          <a:ext cx="7573495" cy="4291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0640">
                  <a:extLst>
                    <a:ext uri="{9D8B030D-6E8A-4147-A177-3AD203B41FA5}">
                      <a16:colId xmlns:a16="http://schemas.microsoft.com/office/drawing/2014/main" val="3490259687"/>
                    </a:ext>
                  </a:extLst>
                </a:gridCol>
                <a:gridCol w="880103">
                  <a:extLst>
                    <a:ext uri="{9D8B030D-6E8A-4147-A177-3AD203B41FA5}">
                      <a16:colId xmlns:a16="http://schemas.microsoft.com/office/drawing/2014/main" val="1067737465"/>
                    </a:ext>
                  </a:extLst>
                </a:gridCol>
                <a:gridCol w="1255898">
                  <a:extLst>
                    <a:ext uri="{9D8B030D-6E8A-4147-A177-3AD203B41FA5}">
                      <a16:colId xmlns:a16="http://schemas.microsoft.com/office/drawing/2014/main" val="1564198840"/>
                    </a:ext>
                  </a:extLst>
                </a:gridCol>
                <a:gridCol w="1502291">
                  <a:extLst>
                    <a:ext uri="{9D8B030D-6E8A-4147-A177-3AD203B41FA5}">
                      <a16:colId xmlns:a16="http://schemas.microsoft.com/office/drawing/2014/main" val="412494123"/>
                    </a:ext>
                  </a:extLst>
                </a:gridCol>
                <a:gridCol w="1381753">
                  <a:extLst>
                    <a:ext uri="{9D8B030D-6E8A-4147-A177-3AD203B41FA5}">
                      <a16:colId xmlns:a16="http://schemas.microsoft.com/office/drawing/2014/main" val="1592588474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139267400"/>
                    </a:ext>
                  </a:extLst>
                </a:gridCol>
              </a:tblGrid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Label Size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Accuracy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Feature 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Feature 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Feature 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Feature 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681348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511 828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0.935484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cumul_97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cumul_99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cumul_98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638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798 283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0.919355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cumul_97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cumul_99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cumul_98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cumul_96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6576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800 378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0.953125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cumul_18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082111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2 414 154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0.822222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cumul_4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cumul_7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27164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2 771 049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0.794444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cumul_4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cumul_6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cumul_8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96050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3 734 496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0.663102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cumul_5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066057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3 871 694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0.604167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cumul_4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0597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4 052 310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0.682796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cumul_5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9400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7 638 443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0.625000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cumul_99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cumul_3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1576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9 239 647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0.594444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cumul_1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cumul_99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cumul_2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0">
                          <a:effectLst/>
                        </a:rPr>
                        <a:t>cumul_98</a:t>
                      </a:r>
                      <a:endParaRPr lang="es-E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8940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F486154-52F7-169B-F90A-35AB3C475448}"/>
              </a:ext>
            </a:extLst>
          </p:cNvPr>
          <p:cNvSpPr txBox="1"/>
          <p:nvPr/>
        </p:nvSpPr>
        <p:spPr>
          <a:xfrm>
            <a:off x="336330" y="1499040"/>
            <a:ext cx="35812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Solo secuencia acumulativa: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Valores </a:t>
            </a:r>
            <a:r>
              <a:rPr lang="es-ES" b="1"/>
              <a:t>tardíos</a:t>
            </a:r>
            <a:r>
              <a:rPr lang="es-ES"/>
              <a:t> para páginas </a:t>
            </a:r>
            <a:r>
              <a:rPr lang="es-ES" b="1"/>
              <a:t>pequeñas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Valores </a:t>
            </a:r>
            <a:r>
              <a:rPr lang="es-ES" b="1"/>
              <a:t>tempranos</a:t>
            </a:r>
            <a:r>
              <a:rPr lang="es-ES"/>
              <a:t> para páginas </a:t>
            </a:r>
            <a:r>
              <a:rPr lang="es-ES" b="1"/>
              <a:t>grandes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La </a:t>
            </a:r>
            <a:r>
              <a:rPr lang="es-ES" b="1"/>
              <a:t>precisión</a:t>
            </a:r>
            <a:r>
              <a:rPr lang="es-ES"/>
              <a:t> para páginas grandes </a:t>
            </a:r>
            <a:r>
              <a:rPr lang="es-ES" b="1"/>
              <a:t>decae rápidamente</a:t>
            </a:r>
          </a:p>
        </p:txBody>
      </p:sp>
    </p:spTree>
    <p:extLst>
      <p:ext uri="{BB962C8B-B14F-4D97-AF65-F5344CB8AC3E}">
        <p14:creationId xmlns:p14="http://schemas.microsoft.com/office/powerpoint/2010/main" val="547512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B43A-984C-6FC1-70C7-499BE5F2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D2E671C-798A-3B42-76CE-8819CFC69E71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12B6C3-8AD1-34C2-8A35-B9FE7CA15374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94D7CC-17BD-752D-A210-7EFD1C759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1D28173-DD14-18F0-429F-828B6C3DD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80279"/>
              </p:ext>
            </p:extLst>
          </p:nvPr>
        </p:nvGraphicFramePr>
        <p:xfrm>
          <a:off x="4161304" y="1663074"/>
          <a:ext cx="7573495" cy="4291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0640">
                  <a:extLst>
                    <a:ext uri="{9D8B030D-6E8A-4147-A177-3AD203B41FA5}">
                      <a16:colId xmlns:a16="http://schemas.microsoft.com/office/drawing/2014/main" val="3490259687"/>
                    </a:ext>
                  </a:extLst>
                </a:gridCol>
                <a:gridCol w="880103">
                  <a:extLst>
                    <a:ext uri="{9D8B030D-6E8A-4147-A177-3AD203B41FA5}">
                      <a16:colId xmlns:a16="http://schemas.microsoft.com/office/drawing/2014/main" val="1067737465"/>
                    </a:ext>
                  </a:extLst>
                </a:gridCol>
                <a:gridCol w="1255898">
                  <a:extLst>
                    <a:ext uri="{9D8B030D-6E8A-4147-A177-3AD203B41FA5}">
                      <a16:colId xmlns:a16="http://schemas.microsoft.com/office/drawing/2014/main" val="1564198840"/>
                    </a:ext>
                  </a:extLst>
                </a:gridCol>
                <a:gridCol w="1502291">
                  <a:extLst>
                    <a:ext uri="{9D8B030D-6E8A-4147-A177-3AD203B41FA5}">
                      <a16:colId xmlns:a16="http://schemas.microsoft.com/office/drawing/2014/main" val="412494123"/>
                    </a:ext>
                  </a:extLst>
                </a:gridCol>
                <a:gridCol w="1381753">
                  <a:extLst>
                    <a:ext uri="{9D8B030D-6E8A-4147-A177-3AD203B41FA5}">
                      <a16:colId xmlns:a16="http://schemas.microsoft.com/office/drawing/2014/main" val="1592588474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139267400"/>
                    </a:ext>
                  </a:extLst>
                </a:gridCol>
              </a:tblGrid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Label size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681348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511 828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0.854839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638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798 283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0.865591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6576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800 378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0.817708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082111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2 414 154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0.777778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27164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2 771 049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0.805556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96050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3 734 496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0.748663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066057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3 871 694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0.765625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0597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4 052 310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0.763441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9400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7 638 443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0.786458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1576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9 239 647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0.816667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8940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32BF37A-686A-82A0-6061-453C3C41F2E5}"/>
              </a:ext>
            </a:extLst>
          </p:cNvPr>
          <p:cNvSpPr txBox="1"/>
          <p:nvPr/>
        </p:nvSpPr>
        <p:spPr>
          <a:xfrm>
            <a:off x="336329" y="1499040"/>
            <a:ext cx="37157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Solo metadatos: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</a:t>
            </a:r>
            <a:r>
              <a:rPr lang="es-ES" b="1"/>
              <a:t>bytes y paquetes salientes </a:t>
            </a:r>
            <a:r>
              <a:rPr lang="es-ES"/>
              <a:t>son más importantes en páginas </a:t>
            </a:r>
            <a:r>
              <a:rPr lang="es-ES" b="1"/>
              <a:t>pequeñas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</a:t>
            </a:r>
            <a:r>
              <a:rPr lang="es-ES" b="1"/>
              <a:t>bytes entrantes </a:t>
            </a:r>
            <a:r>
              <a:rPr lang="es-ES"/>
              <a:t>son la característica más </a:t>
            </a:r>
            <a:r>
              <a:rPr lang="es-ES" b="1"/>
              <a:t>importante</a:t>
            </a:r>
            <a:r>
              <a:rPr lang="es-ES"/>
              <a:t> </a:t>
            </a:r>
            <a:r>
              <a:rPr lang="es-ES" b="1"/>
              <a:t>en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Precisión entre 75% - 80%</a:t>
            </a:r>
          </a:p>
        </p:txBody>
      </p:sp>
    </p:spTree>
    <p:extLst>
      <p:ext uri="{BB962C8B-B14F-4D97-AF65-F5344CB8AC3E}">
        <p14:creationId xmlns:p14="http://schemas.microsoft.com/office/powerpoint/2010/main" val="1889131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1E50-5D11-7F1D-3D24-6DB2F5FA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19358C-67F5-A6E9-94CC-B1952261204C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F3C9A5B-7FB7-4A4E-5D4F-655A931D55DB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7ACF93-658F-0AAF-17E1-F9E23C0D5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3680974-D8D4-D3D1-19F6-EEB51B057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01929"/>
              </p:ext>
            </p:extLst>
          </p:nvPr>
        </p:nvGraphicFramePr>
        <p:xfrm>
          <a:off x="4161304" y="1663074"/>
          <a:ext cx="7573495" cy="4291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0640">
                  <a:extLst>
                    <a:ext uri="{9D8B030D-6E8A-4147-A177-3AD203B41FA5}">
                      <a16:colId xmlns:a16="http://schemas.microsoft.com/office/drawing/2014/main" val="3490259687"/>
                    </a:ext>
                  </a:extLst>
                </a:gridCol>
                <a:gridCol w="880103">
                  <a:extLst>
                    <a:ext uri="{9D8B030D-6E8A-4147-A177-3AD203B41FA5}">
                      <a16:colId xmlns:a16="http://schemas.microsoft.com/office/drawing/2014/main" val="1067737465"/>
                    </a:ext>
                  </a:extLst>
                </a:gridCol>
                <a:gridCol w="1255898">
                  <a:extLst>
                    <a:ext uri="{9D8B030D-6E8A-4147-A177-3AD203B41FA5}">
                      <a16:colId xmlns:a16="http://schemas.microsoft.com/office/drawing/2014/main" val="1564198840"/>
                    </a:ext>
                  </a:extLst>
                </a:gridCol>
                <a:gridCol w="1502291">
                  <a:extLst>
                    <a:ext uri="{9D8B030D-6E8A-4147-A177-3AD203B41FA5}">
                      <a16:colId xmlns:a16="http://schemas.microsoft.com/office/drawing/2014/main" val="412494123"/>
                    </a:ext>
                  </a:extLst>
                </a:gridCol>
                <a:gridCol w="1381753">
                  <a:extLst>
                    <a:ext uri="{9D8B030D-6E8A-4147-A177-3AD203B41FA5}">
                      <a16:colId xmlns:a16="http://schemas.microsoft.com/office/drawing/2014/main" val="1592588474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139267400"/>
                    </a:ext>
                  </a:extLst>
                </a:gridCol>
              </a:tblGrid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Label Size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681348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511 828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0.9355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cumul_97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cumul_99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638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798 283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0.9409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cumul_97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6576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800 378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0.9635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outgoing_bytes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cumul_12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082111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2 414 154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0.9222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27164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2 771 049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0.9167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96050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3 734 496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0.8770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066057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3 871 694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0.8333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0597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4 052 310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0.8602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94002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7 638 443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0.8021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15763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9 239 647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0.8389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incoming_bytes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incoming_packets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cumul_2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8940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6B139B7-7366-DEA7-AF0C-E048814118C5}"/>
              </a:ext>
            </a:extLst>
          </p:cNvPr>
          <p:cNvSpPr txBox="1"/>
          <p:nvPr/>
        </p:nvSpPr>
        <p:spPr>
          <a:xfrm>
            <a:off x="336329" y="1499040"/>
            <a:ext cx="37157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Metadatos + secuencia acumulativa:</a:t>
            </a:r>
          </a:p>
          <a:p>
            <a:endParaRPr lang="es-E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</a:t>
            </a:r>
            <a:r>
              <a:rPr lang="es-ES" b="1"/>
              <a:t>bytes entrantes </a:t>
            </a:r>
            <a:r>
              <a:rPr lang="es-ES"/>
              <a:t>son la característica más </a:t>
            </a:r>
            <a:r>
              <a:rPr lang="es-ES" b="1"/>
              <a:t>importante</a:t>
            </a:r>
            <a:r>
              <a:rPr lang="es-ES"/>
              <a:t> </a:t>
            </a:r>
            <a:r>
              <a:rPr lang="es-ES" b="1"/>
              <a:t>en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Valores </a:t>
            </a:r>
            <a:r>
              <a:rPr lang="es-ES" b="1"/>
              <a:t>tardíos</a:t>
            </a:r>
            <a:r>
              <a:rPr lang="es-ES"/>
              <a:t> para páginas </a:t>
            </a:r>
            <a:r>
              <a:rPr lang="es-ES" b="1"/>
              <a:t>pequeñas. </a:t>
            </a:r>
            <a:r>
              <a:rPr lang="es-ES"/>
              <a:t>Valores </a:t>
            </a:r>
            <a:r>
              <a:rPr lang="es-ES" b="1"/>
              <a:t>tempranos</a:t>
            </a:r>
            <a:r>
              <a:rPr lang="es-ES"/>
              <a:t> para páginas </a:t>
            </a:r>
            <a:r>
              <a:rPr lang="es-ES" b="1"/>
              <a:t>grandes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Precisión entre 80% - 96%</a:t>
            </a:r>
          </a:p>
        </p:txBody>
      </p:sp>
    </p:spTree>
    <p:extLst>
      <p:ext uri="{BB962C8B-B14F-4D97-AF65-F5344CB8AC3E}">
        <p14:creationId xmlns:p14="http://schemas.microsoft.com/office/powerpoint/2010/main" val="4147284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895F-8EEE-DAE9-F61C-7817FC8A2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EB84AFE-FBF0-B9D2-D314-1770FCA85CE5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D85AE2-5149-E5B3-B61A-A2420C6A687E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C93F0EB-DB4D-195A-C024-C4C2435D2647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57F3E-6BC5-EAD9-2DE3-0ABEFBFA1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096919B-BFD4-283C-C8A2-226F1A52D666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Volumen entrante vs volumen saliente por número de imágenes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AB8DB85-274A-21BA-842F-235844884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81" y="2089089"/>
            <a:ext cx="5874640" cy="46954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CD7CD9C-D410-3629-ED9B-AD2B9041D2D4}"/>
              </a:ext>
            </a:extLst>
          </p:cNvPr>
          <p:cNvSpPr txBox="1"/>
          <p:nvPr/>
        </p:nvSpPr>
        <p:spPr>
          <a:xfrm>
            <a:off x="6504048" y="2242805"/>
            <a:ext cx="4881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511.828 bytes (pequeña)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Ambas características son representativas</a:t>
            </a:r>
          </a:p>
        </p:txBody>
      </p:sp>
    </p:spTree>
    <p:extLst>
      <p:ext uri="{BB962C8B-B14F-4D97-AF65-F5344CB8AC3E}">
        <p14:creationId xmlns:p14="http://schemas.microsoft.com/office/powerpoint/2010/main" val="158548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8A47-1C01-C466-2DDE-D68AA2AD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030081A-4A97-D649-56D6-3EB283E01238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6378F4-B27F-927B-CBDC-34F9C1C15518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FFA5800-BC56-A6D9-2D1D-312F9CFE0BC9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E59578-BA84-0191-652A-603096DD7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39B3E12-0612-759B-EED6-7AC535824EF4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Volumen entrante vs volumen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83C543-8659-565B-86BC-46809B2CF4C3}"/>
              </a:ext>
            </a:extLst>
          </p:cNvPr>
          <p:cNvSpPr txBox="1"/>
          <p:nvPr/>
        </p:nvSpPr>
        <p:spPr>
          <a:xfrm>
            <a:off x="6504048" y="2242805"/>
            <a:ext cx="4881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2.414.154 bytes (mediana)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Ambas características siguen siendo representativas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Parece que los bytes salientes pierden algo de información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DD6BA9-3EDD-D722-0291-1D3510015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1" y="2089089"/>
            <a:ext cx="5858967" cy="469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109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EEF5-22F5-1E60-C8C5-45A32524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A6DD206-5250-925A-E706-0D5A68D2B945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972863-BC60-35BA-6B2E-A4AF097AD3F0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9401C68-EFD2-902D-E419-3AD0E088C32A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C6F470D-C085-9759-A07E-03F3111C2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F77B2F6-01AC-F132-1952-ECD7AF365E96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Volumen entrante vs volumen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91F0C9-96C8-E8A4-B9D6-167993380EE2}"/>
              </a:ext>
            </a:extLst>
          </p:cNvPr>
          <p:cNvSpPr txBox="1"/>
          <p:nvPr/>
        </p:nvSpPr>
        <p:spPr>
          <a:xfrm>
            <a:off x="6504048" y="2242805"/>
            <a:ext cx="4881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4.052.310 bytes (mediana)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bytes salientes no parecen aportar información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1B22D8A-0421-C003-4467-7918D3161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1" y="2089089"/>
            <a:ext cx="5874022" cy="469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9259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966FC3-D6BD-472B-ED77-D8727A8F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907C7D2-FE2C-67C6-4328-37F22D1A58B8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6CFDFE-AA26-EE2A-BFD7-E654EFFD8A07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97830D1-A0B6-0523-3E7B-3C58D876D52C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100A8A2-EC45-87B4-5727-894D9E499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9F9948A-D754-9375-2D5A-E469FF436335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Volumen entrante vs volumen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8B7BEF-ACC9-AF26-3B35-A645223D647D}"/>
              </a:ext>
            </a:extLst>
          </p:cNvPr>
          <p:cNvSpPr txBox="1"/>
          <p:nvPr/>
        </p:nvSpPr>
        <p:spPr>
          <a:xfrm>
            <a:off x="6504048" y="2242805"/>
            <a:ext cx="4881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9.239.647 bytes (grande)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bytes salientes no parecen aportar información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err="1"/>
              <a:t>Outliers</a:t>
            </a: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7E208E-8240-548B-A3DB-1F941A2B3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1" y="2089089"/>
            <a:ext cx="5858967" cy="46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CBFA-C64A-F801-8D02-9F9698555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09972E-EC07-0494-E496-3C8AA349C7BF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CCD5B2-0CDE-EAA6-EDE7-1C06ECC81623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0802550-8A3E-1190-37E2-848D41561E18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270A010-AFF9-7061-07B6-E9663B837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84A0F00-115F-C328-0CD0-71659E7D41CF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Paquetes entrantes vs paquetes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EEED50-84D0-DCB2-7627-3CE28DF8AC1F}"/>
              </a:ext>
            </a:extLst>
          </p:cNvPr>
          <p:cNvSpPr txBox="1"/>
          <p:nvPr/>
        </p:nvSpPr>
        <p:spPr>
          <a:xfrm>
            <a:off x="6504048" y="2242805"/>
            <a:ext cx="4881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511.828 bytes (pequeña)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paquetes entrantes parecen más relevantes que los salientes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3E7E0A-CACA-5D32-CF5B-1B5761D6F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81" y="2089089"/>
            <a:ext cx="5878834" cy="46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50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35B7-6C79-E8FA-84C0-94704715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ACFF36-A8E2-9AB5-76D6-C6F101CDB935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F55454-564F-1AB6-B6B6-5CBCFB6C3C6D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B7561A5-A821-5BE6-9D63-C5AC9EDA8702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419C9A8-1C03-2FB1-AD81-381FE1C0A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C927FD1-EB02-821A-8BDD-18027BA36D73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Paquetes entrantes vs paquetes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34009F-846F-5DC6-F4ED-C72227945985}"/>
              </a:ext>
            </a:extLst>
          </p:cNvPr>
          <p:cNvSpPr txBox="1"/>
          <p:nvPr/>
        </p:nvSpPr>
        <p:spPr>
          <a:xfrm>
            <a:off x="6504048" y="2242805"/>
            <a:ext cx="4881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2.414.154 bytes (mediana)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¿Menos paquetes salientes para páginas con más imágenes?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paquetes entrantes siguen pareciendo relevantes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CB065DA-6F83-28DA-9C05-0C320F7C2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30" y="2089089"/>
            <a:ext cx="5864390" cy="46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88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DA092-1FC7-CC1E-E106-10DEFCBF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50CC6BC-DF31-3C49-401A-758909A0C9AF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979B4-2536-F758-D728-F68DA557198E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7C549C6-C4F7-13D0-20AE-C854FFCB2BBA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4617D9-5EF9-7248-51C6-E9ADAFD7C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F462B9E-FE77-C299-A41A-921F120F7D22}"/>
              </a:ext>
            </a:extLst>
          </p:cNvPr>
          <p:cNvSpPr txBox="1"/>
          <p:nvPr/>
        </p:nvSpPr>
        <p:spPr>
          <a:xfrm>
            <a:off x="336330" y="1499040"/>
            <a:ext cx="84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Paquetes entrantes vs paquetes saliente por número de imágenes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331A72-1DB6-29E8-D9F0-5A5C0B098B72}"/>
              </a:ext>
            </a:extLst>
          </p:cNvPr>
          <p:cNvSpPr txBox="1"/>
          <p:nvPr/>
        </p:nvSpPr>
        <p:spPr>
          <a:xfrm>
            <a:off x="6504048" y="2242805"/>
            <a:ext cx="4881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Páginas de 9.239.647 bytes (grande)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¿Menos paquetes salientes para páginas con más imágenes?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Los paquetes entrantes siguen pareciendo relevantes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99B0D4-77E9-1FDB-685B-4479C641E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1" y="2089089"/>
            <a:ext cx="5864989" cy="469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7705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1CB1-A060-303B-C8F0-A677CD22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5CBC044-3E58-3F10-3814-E7E539080A73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4.1 – Visualización de los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CEB685-4492-1695-B175-DEE7A596EB36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8F3E702-B34B-6CFA-45D6-0F62D97D3FD7}"/>
              </a:ext>
            </a:extLst>
          </p:cNvPr>
          <p:cNvSpPr txBox="1">
            <a:spLocks/>
          </p:cNvSpPr>
          <p:nvPr/>
        </p:nvSpPr>
        <p:spPr>
          <a:xfrm>
            <a:off x="388881" y="1278323"/>
            <a:ext cx="10878209" cy="2585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0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F10228-1B01-E3FC-E422-DD305A1E3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A1A456A-D6A6-9122-12EE-9DFCFDF5442E}"/>
              </a:ext>
            </a:extLst>
          </p:cNvPr>
          <p:cNvSpPr txBox="1"/>
          <p:nvPr/>
        </p:nvSpPr>
        <p:spPr>
          <a:xfrm>
            <a:off x="336330" y="1499040"/>
            <a:ext cx="111743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Los paquetes y bytes entrantes dependen en gran medida del contenido de la página</a:t>
            </a:r>
          </a:p>
          <a:p>
            <a:endParaRPr lang="es-ES"/>
          </a:p>
          <a:p>
            <a:endParaRPr lang="es-ES"/>
          </a:p>
          <a:p>
            <a:r>
              <a:rPr lang="es-ES"/>
              <a:t>Los paquetes y bytes salientes están compuestos por: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/>
              <a:t>Peticiones al servidor </a:t>
            </a:r>
            <a:r>
              <a:rPr lang="es-ES"/>
              <a:t>(más recursos, más peticiones)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/>
              <a:t>Confirmaciones de paquetes </a:t>
            </a:r>
            <a:r>
              <a:rPr lang="es-ES"/>
              <a:t>(depende de la fragmentación en segmentos TCP y mecanismos como </a:t>
            </a:r>
            <a:r>
              <a:rPr lang="es-ES" err="1"/>
              <a:t>delayed</a:t>
            </a:r>
            <a:r>
              <a:rPr lang="es-ES"/>
              <a:t> </a:t>
            </a:r>
            <a:r>
              <a:rPr lang="es-ES" err="1"/>
              <a:t>ACKs</a:t>
            </a:r>
            <a:r>
              <a:rPr lang="es-E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5886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782485-2952-58BE-9CF5-5E9821C2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970FA58-47F8-C3E9-1E6F-FEB309162DBC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380A35-4663-035B-283F-5A8A1B931829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92E22A3-C867-01FA-9371-AC7A7D5DF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E49E13F-998D-9A5E-6EDD-3494712A4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807" y="1617513"/>
            <a:ext cx="7988033" cy="476535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350E06-6861-51E0-BD18-59E80697D637}"/>
              </a:ext>
            </a:extLst>
          </p:cNvPr>
          <p:cNvSpPr txBox="1"/>
          <p:nvPr/>
        </p:nvSpPr>
        <p:spPr>
          <a:xfrm>
            <a:off x="336329" y="1499040"/>
            <a:ext cx="37157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err="1"/>
              <a:t>Recall</a:t>
            </a:r>
            <a:r>
              <a:rPr lang="es-ES"/>
              <a:t> por clase medio para todos los escenarios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/>
              <a:t>Estable</a:t>
            </a:r>
            <a:r>
              <a:rPr lang="es-ES"/>
              <a:t> para </a:t>
            </a:r>
            <a:r>
              <a:rPr lang="es-ES" b="1"/>
              <a:t>números de imagen altos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/>
              <a:t>Volátil</a:t>
            </a:r>
            <a:r>
              <a:rPr lang="es-ES"/>
              <a:t> para </a:t>
            </a:r>
            <a:r>
              <a:rPr lang="es-ES" b="1"/>
              <a:t>números de imagen intermedios</a:t>
            </a:r>
            <a:r>
              <a:rPr lang="es-ES"/>
              <a:t> (9-23, 31-41)</a:t>
            </a:r>
          </a:p>
        </p:txBody>
      </p:sp>
    </p:spTree>
    <p:extLst>
      <p:ext uri="{BB962C8B-B14F-4D97-AF65-F5344CB8AC3E}">
        <p14:creationId xmlns:p14="http://schemas.microsoft.com/office/powerpoint/2010/main" val="909267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D4E05B-EC5E-88AA-F127-DE85ED52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92B4743-B88C-4CA1-D11D-C2C56C6683E4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4 – Análisis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6766D1-EDA9-27AD-BFAB-68047F8AF655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D5FD7B-A322-4754-1CD6-9355D9915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F14100B-626C-2CB5-D7D9-080E1CE4C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585" y="1219200"/>
            <a:ext cx="5160005" cy="54647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8C1EA20-5F9A-ED39-0F61-71207F9DE64A}"/>
              </a:ext>
            </a:extLst>
          </p:cNvPr>
          <p:cNvSpPr txBox="1"/>
          <p:nvPr/>
        </p:nvSpPr>
        <p:spPr>
          <a:xfrm>
            <a:off x="336329" y="1499040"/>
            <a:ext cx="37157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Matriz de confusión para el peor caso</a:t>
            </a:r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Clasificación </a:t>
            </a:r>
            <a:r>
              <a:rPr lang="es-ES" b="1"/>
              <a:t>correcta</a:t>
            </a:r>
            <a:r>
              <a:rPr lang="es-ES"/>
              <a:t> para </a:t>
            </a:r>
            <a:r>
              <a:rPr lang="es-ES" b="1"/>
              <a:t>números de imagen altos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Más </a:t>
            </a:r>
            <a:r>
              <a:rPr lang="es-ES" b="1"/>
              <a:t>fallos</a:t>
            </a:r>
            <a:r>
              <a:rPr lang="es-ES"/>
              <a:t> en </a:t>
            </a:r>
            <a:r>
              <a:rPr lang="es-ES" b="1"/>
              <a:t>rangos pequeños e intermedios</a:t>
            </a:r>
            <a:r>
              <a:rPr lang="es-ES"/>
              <a:t> 7-13, 33-37</a:t>
            </a:r>
          </a:p>
        </p:txBody>
      </p:sp>
    </p:spTree>
    <p:extLst>
      <p:ext uri="{BB962C8B-B14F-4D97-AF65-F5344CB8AC3E}">
        <p14:creationId xmlns:p14="http://schemas.microsoft.com/office/powerpoint/2010/main" val="1920443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60A-35C1-080E-97C2-CC4B5EF6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96899DF-8102-0CFF-8B5E-85B6C0F213DA}"/>
              </a:ext>
            </a:extLst>
          </p:cNvPr>
          <p:cNvSpPr txBox="1">
            <a:spLocks/>
          </p:cNvSpPr>
          <p:nvPr/>
        </p:nvSpPr>
        <p:spPr>
          <a:xfrm>
            <a:off x="2282287" y="2796048"/>
            <a:ext cx="7627425" cy="632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>
                <a:solidFill>
                  <a:srgbClr val="C00000"/>
                </a:solidFill>
              </a:rPr>
              <a:t>5 – Conclusiones y trabajo futuro</a:t>
            </a:r>
            <a:endParaRPr lang="es-ES" sz="3600" b="1" baseline="3000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6FDD744-E635-9579-5FE4-6E24893EF727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E61680-B406-6021-3A55-6C6BFAF5E3BF}"/>
              </a:ext>
            </a:extLst>
          </p:cNvPr>
          <p:cNvSpPr/>
          <p:nvPr/>
        </p:nvSpPr>
        <p:spPr>
          <a:xfrm>
            <a:off x="3383017" y="4750680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E397FA7-6E89-991E-EA92-ACB6182DA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9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105B-172D-0EB8-2F7E-99BAFB2D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BA8C445-2AAD-5AAF-2E63-E246B2E29E48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5 – Conclusiones y trabajo futuro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855495-B000-4295-5469-BB574297FABE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BCB237-27E8-0CEE-B26A-2A22C6195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C53A7C-3520-2C93-5D41-C13B22EFC025}"/>
              </a:ext>
            </a:extLst>
          </p:cNvPr>
          <p:cNvSpPr txBox="1"/>
          <p:nvPr/>
        </p:nvSpPr>
        <p:spPr>
          <a:xfrm>
            <a:off x="336329" y="1499040"/>
            <a:ext cx="115867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Pese a fijar el tamaño total de las páginas, </a:t>
            </a:r>
            <a:r>
              <a:rPr lang="es-ES" b="1"/>
              <a:t>CUMUL</a:t>
            </a:r>
            <a:r>
              <a:rPr lang="es-ES"/>
              <a:t> sigue siendo </a:t>
            </a:r>
            <a:r>
              <a:rPr lang="es-ES" b="1"/>
              <a:t>efectivo</a:t>
            </a:r>
            <a:r>
              <a:rPr lang="es-ES"/>
              <a:t>.</a:t>
            </a:r>
          </a:p>
          <a:p>
            <a:endParaRPr lang="es-ES"/>
          </a:p>
          <a:p>
            <a:endParaRPr lang="es-ES"/>
          </a:p>
          <a:p>
            <a:r>
              <a:rPr lang="es-ES"/>
              <a:t>Solo con </a:t>
            </a:r>
            <a:r>
              <a:rPr lang="es-ES" b="1"/>
              <a:t>4 metadatos </a:t>
            </a:r>
            <a:r>
              <a:rPr lang="es-ES"/>
              <a:t>tenemos un modelo estable de </a:t>
            </a:r>
            <a:r>
              <a:rPr lang="es-ES" err="1"/>
              <a:t>website</a:t>
            </a:r>
            <a:r>
              <a:rPr lang="es-ES"/>
              <a:t> </a:t>
            </a:r>
            <a:r>
              <a:rPr lang="es-ES" err="1"/>
              <a:t>fingerprinting</a:t>
            </a:r>
            <a:r>
              <a:rPr lang="es-ES"/>
              <a:t> (80% precisión).</a:t>
            </a:r>
          </a:p>
          <a:p>
            <a:endParaRPr lang="es-ES"/>
          </a:p>
          <a:p>
            <a:endParaRPr lang="es-ES"/>
          </a:p>
          <a:p>
            <a:r>
              <a:rPr lang="es-ES" b="1"/>
              <a:t>No parece </a:t>
            </a:r>
            <a:r>
              <a:rPr lang="es-ES"/>
              <a:t>que la forma de la </a:t>
            </a:r>
            <a:r>
              <a:rPr lang="es-ES" b="1"/>
              <a:t>secuencia acumulativa entera </a:t>
            </a:r>
            <a:r>
              <a:rPr lang="es-ES"/>
              <a:t>sea </a:t>
            </a:r>
            <a:r>
              <a:rPr lang="es-ES" b="1"/>
              <a:t>relevante</a:t>
            </a:r>
            <a:r>
              <a:rPr lang="es-ES"/>
              <a:t>, solo los valores tempranos y tardíos.</a:t>
            </a:r>
          </a:p>
          <a:p>
            <a:endParaRPr lang="es-ES"/>
          </a:p>
          <a:p>
            <a:endParaRPr lang="es-ES"/>
          </a:p>
          <a:p>
            <a:r>
              <a:rPr lang="es-ES" b="1"/>
              <a:t>No se han encontrado debilidades claras</a:t>
            </a:r>
            <a:r>
              <a:rPr lang="es-ES"/>
              <a:t>, pero el rendimiento cae para páginas grandes</a:t>
            </a:r>
          </a:p>
          <a:p>
            <a:endParaRPr lang="es-ES"/>
          </a:p>
          <a:p>
            <a:endParaRPr lang="es-E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0662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5FC5-6787-A621-01C6-A8B2B2E5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50413ED-DA96-3298-CCE1-51A7FB958610}"/>
              </a:ext>
            </a:extLst>
          </p:cNvPr>
          <p:cNvSpPr txBox="1">
            <a:spLocks/>
          </p:cNvSpPr>
          <p:nvPr/>
        </p:nvSpPr>
        <p:spPr>
          <a:xfrm>
            <a:off x="336332" y="346846"/>
            <a:ext cx="8523890" cy="5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>
                <a:solidFill>
                  <a:srgbClr val="C00000"/>
                </a:solidFill>
              </a:rPr>
              <a:t>5 – Conclusiones y trabajo futuro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D11AA8-5B1B-35D8-DB62-662D42BAC9CB}"/>
              </a:ext>
            </a:extLst>
          </p:cNvPr>
          <p:cNvSpPr/>
          <p:nvPr/>
        </p:nvSpPr>
        <p:spPr>
          <a:xfrm>
            <a:off x="336331" y="1051034"/>
            <a:ext cx="8418786" cy="7357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6947828-C033-BA57-CAA0-DC61903D0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58" y="307857"/>
            <a:ext cx="1730845" cy="9113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E1C1A62-AC23-73A0-0871-5D7BD113BD43}"/>
              </a:ext>
            </a:extLst>
          </p:cNvPr>
          <p:cNvSpPr txBox="1"/>
          <p:nvPr/>
        </p:nvSpPr>
        <p:spPr>
          <a:xfrm>
            <a:off x="336329" y="1499040"/>
            <a:ext cx="115867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Como trabajo futuro:</a:t>
            </a:r>
          </a:p>
          <a:p>
            <a:endParaRPr lang="es-ES"/>
          </a:p>
          <a:p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Limitar más el escenario: páginas que compartan el </a:t>
            </a:r>
            <a:r>
              <a:rPr lang="es-ES" b="1"/>
              <a:t>mismo tamaño </a:t>
            </a:r>
            <a:r>
              <a:rPr lang="es-ES"/>
              <a:t>y </a:t>
            </a:r>
            <a:r>
              <a:rPr lang="es-ES" b="1"/>
              <a:t>mismo número de recursos</a:t>
            </a:r>
          </a:p>
          <a:p>
            <a:pPr marL="342900" indent="-342900">
              <a:buFont typeface="+mj-lt"/>
              <a:buAutoNum type="arabicPeriod"/>
            </a:pPr>
            <a:endParaRPr lang="es-ES" b="1"/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Distintos </a:t>
            </a:r>
            <a:r>
              <a:rPr lang="es-ES" b="1"/>
              <a:t>servidores</a:t>
            </a:r>
            <a:r>
              <a:rPr lang="es-ES"/>
              <a:t>, distintas </a:t>
            </a:r>
            <a:r>
              <a:rPr lang="es-ES" b="1"/>
              <a:t>características de red</a:t>
            </a:r>
          </a:p>
          <a:p>
            <a:pPr marL="342900" indent="-342900">
              <a:buFont typeface="+mj-lt"/>
              <a:buAutoNum type="arabicPeriod"/>
            </a:pPr>
            <a:endParaRPr lang="es-ES" b="1"/>
          </a:p>
          <a:p>
            <a:pPr marL="342900" indent="-342900">
              <a:buFont typeface="+mj-lt"/>
              <a:buAutoNum type="arabicPeriod"/>
            </a:pPr>
            <a:endParaRPr lang="es-ES" b="1"/>
          </a:p>
          <a:p>
            <a:pPr marL="342900" indent="-342900">
              <a:buFont typeface="+mj-lt"/>
              <a:buAutoNum type="arabicPeriod"/>
            </a:pPr>
            <a:r>
              <a:rPr lang="es-ES"/>
              <a:t>Evaluar el modelo tras aplicar mejoras como filtrar los paquetes </a:t>
            </a:r>
            <a:r>
              <a:rPr lang="es-ES" b="1"/>
              <a:t>sin carga útil</a:t>
            </a:r>
          </a:p>
          <a:p>
            <a:pPr marL="342900" indent="-342900">
              <a:buFont typeface="+mj-lt"/>
              <a:buAutoNum type="arabicPeriod"/>
            </a:pPr>
            <a:endParaRPr lang="es-ES" b="1"/>
          </a:p>
          <a:p>
            <a:pPr marL="342900" indent="-342900">
              <a:buFont typeface="+mj-lt"/>
              <a:buAutoNum type="arabicPeriod"/>
            </a:pPr>
            <a:endParaRPr lang="es-ES" b="1"/>
          </a:p>
          <a:p>
            <a:pPr marL="342900" indent="-342900">
              <a:buFont typeface="+mj-lt"/>
              <a:buAutoNum type="arabicPeriod"/>
            </a:pPr>
            <a:r>
              <a:rPr lang="es-ES"/>
              <a:t>Repetir el experimento </a:t>
            </a:r>
            <a:r>
              <a:rPr lang="es-ES" b="1"/>
              <a:t>empleando redes de </a:t>
            </a:r>
            <a:r>
              <a:rPr lang="es-ES" b="1" err="1"/>
              <a:t>anonimización</a:t>
            </a:r>
            <a:r>
              <a:rPr lang="es-ES" b="1"/>
              <a:t> </a:t>
            </a:r>
            <a:r>
              <a:rPr lang="es-ES"/>
              <a:t>como Tor o </a:t>
            </a:r>
            <a:r>
              <a:rPr lang="es-ES" err="1"/>
              <a:t>Shadowsocks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4568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2479</Words>
  <Application>Microsoft Office PowerPoint</Application>
  <PresentationFormat>Panorámica</PresentationFormat>
  <Paragraphs>561</Paragraphs>
  <Slides>42</Slides>
  <Notes>33</Notes>
  <HiddenSlides>11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Calibri Light</vt:lpstr>
      <vt:lpstr>Cambria Math</vt:lpstr>
      <vt:lpstr>Didact Gothic</vt:lpstr>
      <vt:lpstr>Tema de Office</vt:lpstr>
      <vt:lpstr>Debilidades de CUMUL como método de Website Fingerprinting ante páginas de similar tamaño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Barriuso Cervera</dc:creator>
  <cp:lastModifiedBy>Pablo Barriuso Cervera</cp:lastModifiedBy>
  <cp:revision>1</cp:revision>
  <dcterms:created xsi:type="dcterms:W3CDTF">2025-06-12T14:58:04Z</dcterms:created>
  <dcterms:modified xsi:type="dcterms:W3CDTF">2025-06-18T16:54:02Z</dcterms:modified>
</cp:coreProperties>
</file>